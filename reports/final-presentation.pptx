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Poppins Light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Exo"/>
      <p:regular r:id="rId35"/>
      <p:bold r:id="rId36"/>
      <p:italic r:id="rId37"/>
      <p:boldItalic r:id="rId38"/>
    </p:embeddedFont>
    <p:embeddedFont>
      <p:font typeface="Poppins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1" roundtripDataSignature="AMtx7mihMIBJl5Pzvh1WGtQcb4g4cRQU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PoppinsExtraBold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Medium-regular.fnt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7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6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9.xml"/><Relationship Id="rId35" Type="http://schemas.openxmlformats.org/officeDocument/2006/relationships/font" Target="fonts/Exo-regular.fntdata"/><Relationship Id="rId12" Type="http://schemas.openxmlformats.org/officeDocument/2006/relationships/slide" Target="slides/slide8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11.xml"/><Relationship Id="rId37" Type="http://schemas.openxmlformats.org/officeDocument/2006/relationships/font" Target="fonts/Exo-italic.fntdata"/><Relationship Id="rId14" Type="http://schemas.openxmlformats.org/officeDocument/2006/relationships/slide" Target="slides/slide10.xml"/><Relationship Id="rId36" Type="http://schemas.openxmlformats.org/officeDocument/2006/relationships/font" Target="fonts/Exo-bold.fntdata"/><Relationship Id="rId17" Type="http://schemas.openxmlformats.org/officeDocument/2006/relationships/slide" Target="slides/slide13.xml"/><Relationship Id="rId39" Type="http://schemas.openxmlformats.org/officeDocument/2006/relationships/font" Target="fonts/PoppinsExtraBold-bold.fntdata"/><Relationship Id="rId16" Type="http://schemas.openxmlformats.org/officeDocument/2006/relationships/slide" Target="slides/slide12.xml"/><Relationship Id="rId38" Type="http://schemas.openxmlformats.org/officeDocument/2006/relationships/font" Target="fonts/Exo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?>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84B31"/>
            </a:solidFill>
            <a:ln>
              <a:noFill/>
            </a:ln>
          </c:spPr>
          <c:explosion val="3"/>
          <c:dPt>
            <c:idx val="0"/>
            <c:bubble3D val="0"/>
            <c:spPr>
              <a:solidFill>
                <a:srgbClr val="C84B31"/>
              </a:solidFill>
              <a:ln>
                <a:noFill/>
              </a:ln>
              <a:effectLst>
                <a:glow rad="228600">
                  <a:srgbClr val="FF0000">
                    <a:alpha val="40000"/>
                  </a:srgbClr>
                </a:glow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959-40A2-A4C5-B7583BB2775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  <a:alpha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959-40A2-A4C5-B7583BB27756}"/>
              </c:ext>
            </c:extLst>
          </c:dPt>
          <c:dPt>
            <c:idx val="2"/>
            <c:bubble3D val="0"/>
            <c:spPr>
              <a:solidFill>
                <a:srgbClr val="C84B31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959-40A2-A4C5-B7583BB27756}"/>
              </c:ext>
            </c:extLst>
          </c:dPt>
          <c:dPt>
            <c:idx val="3"/>
            <c:bubble3D val="0"/>
            <c:spPr>
              <a:solidFill>
                <a:srgbClr val="C84B31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959-40A2-A4C5-B7583BB27756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959-40A2-A4C5-B7583BB27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Divisi Data Science yang baru dibentuk di PT Kota Elektronik. Perusahaan merupakan </a:t>
            </a:r>
            <a:r>
              <a:rPr b="1" lang="en-US" sz="1000">
                <a:solidFill>
                  <a:srgbClr val="FF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e-commerce</a:t>
            </a:r>
            <a:r>
              <a:rPr lang="en-US" sz="1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 yang bergerak dalam </a:t>
            </a:r>
            <a:r>
              <a:rPr b="1" lang="en-US" sz="1000">
                <a:solidFill>
                  <a:srgbClr val="FF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penjualan barang elektronik </a:t>
            </a:r>
            <a:r>
              <a:rPr lang="en-US" sz="1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dan </a:t>
            </a:r>
            <a:r>
              <a:rPr b="1" lang="en-US" sz="1000">
                <a:solidFill>
                  <a:srgbClr val="FF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memiliki divisi ekspedisi sendiri</a:t>
            </a:r>
            <a:r>
              <a:rPr lang="en-US" sz="1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. Kami bertanggung jawab untuk memberikan rekomendasi berdasarkan data yang ada guna meningkatkan kinerja divisi ekspedisi.</a:t>
            </a:r>
            <a:endParaRPr sz="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3232dfee22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Akibat perhitungan yang kurang matang dari program yang dijalankan, maka terjadi keterlambatan hampir di setiap produknya.</a:t>
            </a:r>
            <a:endParaRPr sz="300"/>
          </a:p>
        </p:txBody>
      </p:sp>
      <p:sp>
        <p:nvSpPr>
          <p:cNvPr id="537" name="Google Shape;537;g13232dfee22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 Light"/>
              <a:buAutoNum type="arabicPeriod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disesuaikan dengan tim operasional.</a:t>
            </a:r>
            <a:endParaRPr/>
          </a:p>
        </p:txBody>
      </p:sp>
      <p:sp>
        <p:nvSpPr>
          <p:cNvPr id="553" name="Google Shape;5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32bf53f117_2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132bf53f117_2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7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664350" y="1508984"/>
            <a:ext cx="10901313" cy="4696853"/>
            <a:chOff x="664350" y="1508984"/>
            <a:chExt cx="10901313" cy="4696853"/>
          </a:xfrm>
        </p:grpSpPr>
        <p:grpSp>
          <p:nvGrpSpPr>
            <p:cNvPr id="93" name="Google Shape;93;p2"/>
            <p:cNvGrpSpPr/>
            <p:nvPr/>
          </p:nvGrpSpPr>
          <p:grpSpPr>
            <a:xfrm>
              <a:off x="745229" y="2402659"/>
              <a:ext cx="10715610" cy="2957132"/>
              <a:chOff x="559528" y="2290117"/>
              <a:chExt cx="9511294" cy="2624783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813934" y="3021961"/>
                <a:ext cx="1179524" cy="1892939"/>
              </a:xfrm>
              <a:custGeom>
                <a:rect b="b" l="l" r="r" t="t"/>
                <a:pathLst>
                  <a:path extrusionOk="0" h="8802" w="5485">
                    <a:moveTo>
                      <a:pt x="2798" y="1197"/>
                    </a:moveTo>
                    <a:cubicBezTo>
                      <a:pt x="2989" y="1197"/>
                      <a:pt x="3183" y="1234"/>
                      <a:pt x="3366" y="1310"/>
                    </a:cubicBezTo>
                    <a:cubicBezTo>
                      <a:pt x="3924" y="1542"/>
                      <a:pt x="4287" y="2085"/>
                      <a:pt x="4287" y="2689"/>
                    </a:cubicBezTo>
                    <a:cubicBezTo>
                      <a:pt x="4287" y="3512"/>
                      <a:pt x="3619" y="4178"/>
                      <a:pt x="2796" y="4180"/>
                    </a:cubicBezTo>
                    <a:cubicBezTo>
                      <a:pt x="2194" y="4180"/>
                      <a:pt x="1650" y="3816"/>
                      <a:pt x="1419" y="3259"/>
                    </a:cubicBezTo>
                    <a:cubicBezTo>
                      <a:pt x="1189" y="2702"/>
                      <a:pt x="1317" y="2061"/>
                      <a:pt x="1743" y="1634"/>
                    </a:cubicBezTo>
                    <a:cubicBezTo>
                      <a:pt x="2028" y="1348"/>
                      <a:pt x="2410" y="1197"/>
                      <a:pt x="2798" y="1197"/>
                    </a:cubicBezTo>
                    <a:close/>
                    <a:moveTo>
                      <a:pt x="2796" y="1"/>
                    </a:moveTo>
                    <a:cubicBezTo>
                      <a:pt x="2254" y="1"/>
                      <a:pt x="1714" y="165"/>
                      <a:pt x="1253" y="489"/>
                    </a:cubicBezTo>
                    <a:cubicBezTo>
                      <a:pt x="433" y="1063"/>
                      <a:pt x="0" y="2048"/>
                      <a:pt x="132" y="3043"/>
                    </a:cubicBezTo>
                    <a:cubicBezTo>
                      <a:pt x="263" y="4037"/>
                      <a:pt x="937" y="4875"/>
                      <a:pt x="1880" y="5216"/>
                    </a:cubicBezTo>
                    <a:lnTo>
                      <a:pt x="1880" y="6705"/>
                    </a:lnTo>
                    <a:lnTo>
                      <a:pt x="1067" y="6705"/>
                    </a:lnTo>
                    <a:lnTo>
                      <a:pt x="2723" y="8801"/>
                    </a:lnTo>
                    <a:lnTo>
                      <a:pt x="4377" y="6705"/>
                    </a:lnTo>
                    <a:lnTo>
                      <a:pt x="3563" y="6705"/>
                    </a:lnTo>
                    <a:lnTo>
                      <a:pt x="3563" y="5265"/>
                    </a:lnTo>
                    <a:cubicBezTo>
                      <a:pt x="4703" y="4926"/>
                      <a:pt x="5485" y="3877"/>
                      <a:pt x="5485" y="2689"/>
                    </a:cubicBezTo>
                    <a:cubicBezTo>
                      <a:pt x="5485" y="1685"/>
                      <a:pt x="4926" y="766"/>
                      <a:pt x="4037" y="304"/>
                    </a:cubicBezTo>
                    <a:cubicBezTo>
                      <a:pt x="3647" y="101"/>
                      <a:pt x="3221" y="1"/>
                      <a:pt x="2796" y="1"/>
                    </a:cubicBez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365612" y="2290118"/>
                <a:ext cx="1231991" cy="1887995"/>
              </a:xfrm>
              <a:custGeom>
                <a:rect b="b" l="l" r="r" t="t"/>
                <a:pathLst>
                  <a:path extrusionOk="0" h="8779" w="5729">
                    <a:moveTo>
                      <a:pt x="2858" y="4600"/>
                    </a:moveTo>
                    <a:cubicBezTo>
                      <a:pt x="3050" y="4600"/>
                      <a:pt x="3243" y="4637"/>
                      <a:pt x="3427" y="4713"/>
                    </a:cubicBezTo>
                    <a:cubicBezTo>
                      <a:pt x="3985" y="4945"/>
                      <a:pt x="4347" y="5488"/>
                      <a:pt x="4347" y="6092"/>
                    </a:cubicBezTo>
                    <a:cubicBezTo>
                      <a:pt x="4347" y="6915"/>
                      <a:pt x="3679" y="7581"/>
                      <a:pt x="2856" y="7583"/>
                    </a:cubicBezTo>
                    <a:cubicBezTo>
                      <a:pt x="2254" y="7583"/>
                      <a:pt x="1709" y="7219"/>
                      <a:pt x="1479" y="6662"/>
                    </a:cubicBezTo>
                    <a:cubicBezTo>
                      <a:pt x="1248" y="6105"/>
                      <a:pt x="1376" y="5464"/>
                      <a:pt x="1802" y="5037"/>
                    </a:cubicBezTo>
                    <a:cubicBezTo>
                      <a:pt x="2087" y="4751"/>
                      <a:pt x="2469" y="4600"/>
                      <a:pt x="2858" y="4600"/>
                    </a:cubicBezTo>
                    <a:close/>
                    <a:moveTo>
                      <a:pt x="2883" y="0"/>
                    </a:moveTo>
                    <a:lnTo>
                      <a:pt x="1227" y="2097"/>
                    </a:lnTo>
                    <a:lnTo>
                      <a:pt x="2041" y="2097"/>
                    </a:lnTo>
                    <a:lnTo>
                      <a:pt x="2041" y="3530"/>
                    </a:lnTo>
                    <a:cubicBezTo>
                      <a:pt x="782" y="3930"/>
                      <a:pt x="1" y="5184"/>
                      <a:pt x="196" y="6491"/>
                    </a:cubicBezTo>
                    <a:cubicBezTo>
                      <a:pt x="393" y="7796"/>
                      <a:pt x="1507" y="8766"/>
                      <a:pt x="2827" y="8779"/>
                    </a:cubicBezTo>
                    <a:cubicBezTo>
                      <a:pt x="2837" y="8779"/>
                      <a:pt x="2847" y="8779"/>
                      <a:pt x="2857" y="8779"/>
                    </a:cubicBezTo>
                    <a:cubicBezTo>
                      <a:pt x="4165" y="8779"/>
                      <a:pt x="5285" y="7837"/>
                      <a:pt x="5506" y="6545"/>
                    </a:cubicBezTo>
                    <a:cubicBezTo>
                      <a:pt x="5729" y="5245"/>
                      <a:pt x="4974" y="3973"/>
                      <a:pt x="3724" y="3547"/>
                    </a:cubicBezTo>
                    <a:lnTo>
                      <a:pt x="3724" y="2097"/>
                    </a:lnTo>
                    <a:lnTo>
                      <a:pt x="4539" y="2097"/>
                    </a:lnTo>
                    <a:lnTo>
                      <a:pt x="2883" y="0"/>
                    </a:ln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912428" y="3021961"/>
                <a:ext cx="1179304" cy="1892939"/>
              </a:xfrm>
              <a:custGeom>
                <a:rect b="b" l="l" r="r" t="t"/>
                <a:pathLst>
                  <a:path extrusionOk="0" h="8802" w="5484">
                    <a:moveTo>
                      <a:pt x="2796" y="1197"/>
                    </a:moveTo>
                    <a:cubicBezTo>
                      <a:pt x="2988" y="1197"/>
                      <a:pt x="3181" y="1234"/>
                      <a:pt x="3365" y="1310"/>
                    </a:cubicBezTo>
                    <a:cubicBezTo>
                      <a:pt x="3922" y="1542"/>
                      <a:pt x="4286" y="2085"/>
                      <a:pt x="4286" y="2689"/>
                    </a:cubicBezTo>
                    <a:cubicBezTo>
                      <a:pt x="4284" y="3512"/>
                      <a:pt x="3618" y="4178"/>
                      <a:pt x="2795" y="4180"/>
                    </a:cubicBezTo>
                    <a:cubicBezTo>
                      <a:pt x="2191" y="4180"/>
                      <a:pt x="1649" y="3816"/>
                      <a:pt x="1418" y="3259"/>
                    </a:cubicBezTo>
                    <a:cubicBezTo>
                      <a:pt x="1187" y="2702"/>
                      <a:pt x="1314" y="2061"/>
                      <a:pt x="1740" y="1634"/>
                    </a:cubicBezTo>
                    <a:cubicBezTo>
                      <a:pt x="2026" y="1348"/>
                      <a:pt x="2408" y="1197"/>
                      <a:pt x="2796" y="1197"/>
                    </a:cubicBezTo>
                    <a:close/>
                    <a:moveTo>
                      <a:pt x="2794" y="1"/>
                    </a:moveTo>
                    <a:cubicBezTo>
                      <a:pt x="2254" y="1"/>
                      <a:pt x="1717" y="163"/>
                      <a:pt x="1258" y="484"/>
                    </a:cubicBezTo>
                    <a:cubicBezTo>
                      <a:pt x="436" y="1055"/>
                      <a:pt x="1" y="2037"/>
                      <a:pt x="127" y="3030"/>
                    </a:cubicBezTo>
                    <a:cubicBezTo>
                      <a:pt x="255" y="4023"/>
                      <a:pt x="923" y="4863"/>
                      <a:pt x="1862" y="5211"/>
                    </a:cubicBezTo>
                    <a:lnTo>
                      <a:pt x="1862" y="6705"/>
                    </a:lnTo>
                    <a:lnTo>
                      <a:pt x="1048" y="6705"/>
                    </a:lnTo>
                    <a:lnTo>
                      <a:pt x="2704" y="8801"/>
                    </a:lnTo>
                    <a:lnTo>
                      <a:pt x="4360" y="6705"/>
                    </a:lnTo>
                    <a:lnTo>
                      <a:pt x="3545" y="6705"/>
                    </a:lnTo>
                    <a:lnTo>
                      <a:pt x="3545" y="5270"/>
                    </a:lnTo>
                    <a:cubicBezTo>
                      <a:pt x="4693" y="4935"/>
                      <a:pt x="5484" y="3883"/>
                      <a:pt x="5484" y="2689"/>
                    </a:cubicBezTo>
                    <a:cubicBezTo>
                      <a:pt x="5482" y="1688"/>
                      <a:pt x="4927" y="769"/>
                      <a:pt x="4039" y="306"/>
                    </a:cubicBezTo>
                    <a:cubicBezTo>
                      <a:pt x="3647" y="102"/>
                      <a:pt x="3220" y="1"/>
                      <a:pt x="2794" y="1"/>
                    </a:cubicBez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476880" y="2290118"/>
                <a:ext cx="1231991" cy="1887995"/>
              </a:xfrm>
              <a:custGeom>
                <a:rect b="b" l="l" r="r" t="t"/>
                <a:pathLst>
                  <a:path extrusionOk="0" h="8779" w="5729">
                    <a:moveTo>
                      <a:pt x="2861" y="4601"/>
                    </a:moveTo>
                    <a:cubicBezTo>
                      <a:pt x="3053" y="4601"/>
                      <a:pt x="3247" y="4638"/>
                      <a:pt x="3431" y="4715"/>
                    </a:cubicBezTo>
                    <a:cubicBezTo>
                      <a:pt x="3988" y="4945"/>
                      <a:pt x="4351" y="5488"/>
                      <a:pt x="4351" y="6092"/>
                    </a:cubicBezTo>
                    <a:cubicBezTo>
                      <a:pt x="4350" y="6915"/>
                      <a:pt x="3684" y="7581"/>
                      <a:pt x="2861" y="7583"/>
                    </a:cubicBezTo>
                    <a:cubicBezTo>
                      <a:pt x="2259" y="7583"/>
                      <a:pt x="1714" y="7219"/>
                      <a:pt x="1483" y="6662"/>
                    </a:cubicBezTo>
                    <a:cubicBezTo>
                      <a:pt x="1253" y="6105"/>
                      <a:pt x="1381" y="5464"/>
                      <a:pt x="1807" y="5038"/>
                    </a:cubicBezTo>
                    <a:cubicBezTo>
                      <a:pt x="2092" y="4752"/>
                      <a:pt x="2473" y="4601"/>
                      <a:pt x="2861" y="4601"/>
                    </a:cubicBezTo>
                    <a:close/>
                    <a:moveTo>
                      <a:pt x="2870" y="0"/>
                    </a:moveTo>
                    <a:lnTo>
                      <a:pt x="1214" y="2097"/>
                    </a:lnTo>
                    <a:lnTo>
                      <a:pt x="2028" y="2097"/>
                    </a:lnTo>
                    <a:lnTo>
                      <a:pt x="2028" y="3536"/>
                    </a:lnTo>
                    <a:cubicBezTo>
                      <a:pt x="773" y="3944"/>
                      <a:pt x="1" y="5205"/>
                      <a:pt x="204" y="6508"/>
                    </a:cubicBezTo>
                    <a:cubicBezTo>
                      <a:pt x="409" y="7813"/>
                      <a:pt x="1532" y="8776"/>
                      <a:pt x="2851" y="8779"/>
                    </a:cubicBezTo>
                    <a:cubicBezTo>
                      <a:pt x="2854" y="8779"/>
                      <a:pt x="2858" y="8779"/>
                      <a:pt x="2861" y="8779"/>
                    </a:cubicBezTo>
                    <a:cubicBezTo>
                      <a:pt x="4178" y="8779"/>
                      <a:pt x="5300" y="7828"/>
                      <a:pt x="5514" y="6527"/>
                    </a:cubicBezTo>
                    <a:cubicBezTo>
                      <a:pt x="5729" y="5225"/>
                      <a:pt x="4965" y="3959"/>
                      <a:pt x="3713" y="3543"/>
                    </a:cubicBezTo>
                    <a:lnTo>
                      <a:pt x="3713" y="2097"/>
                    </a:lnTo>
                    <a:lnTo>
                      <a:pt x="4526" y="2097"/>
                    </a:lnTo>
                    <a:lnTo>
                      <a:pt x="2870" y="0"/>
                    </a:ln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036175" y="3021747"/>
                <a:ext cx="1182745" cy="1893153"/>
              </a:xfrm>
              <a:custGeom>
                <a:rect b="b" l="l" r="r" t="t"/>
                <a:pathLst>
                  <a:path extrusionOk="0" h="8803" w="5500">
                    <a:moveTo>
                      <a:pt x="2811" y="1198"/>
                    </a:moveTo>
                    <a:cubicBezTo>
                      <a:pt x="3003" y="1198"/>
                      <a:pt x="3197" y="1235"/>
                      <a:pt x="3381" y="1311"/>
                    </a:cubicBezTo>
                    <a:cubicBezTo>
                      <a:pt x="3938" y="1543"/>
                      <a:pt x="4302" y="2086"/>
                      <a:pt x="4302" y="2690"/>
                    </a:cubicBezTo>
                    <a:cubicBezTo>
                      <a:pt x="4300" y="3513"/>
                      <a:pt x="3634" y="4179"/>
                      <a:pt x="2811" y="4181"/>
                    </a:cubicBezTo>
                    <a:cubicBezTo>
                      <a:pt x="2209" y="4181"/>
                      <a:pt x="1664" y="3817"/>
                      <a:pt x="1434" y="3260"/>
                    </a:cubicBezTo>
                    <a:cubicBezTo>
                      <a:pt x="1203" y="2703"/>
                      <a:pt x="1330" y="2062"/>
                      <a:pt x="1757" y="1635"/>
                    </a:cubicBezTo>
                    <a:cubicBezTo>
                      <a:pt x="2042" y="1349"/>
                      <a:pt x="2423" y="1198"/>
                      <a:pt x="2811" y="1198"/>
                    </a:cubicBezTo>
                    <a:close/>
                    <a:moveTo>
                      <a:pt x="2812" y="1"/>
                    </a:moveTo>
                    <a:cubicBezTo>
                      <a:pt x="2257" y="1"/>
                      <a:pt x="1706" y="172"/>
                      <a:pt x="1238" y="509"/>
                    </a:cubicBezTo>
                    <a:cubicBezTo>
                      <a:pt x="420" y="1098"/>
                      <a:pt x="1" y="2097"/>
                      <a:pt x="154" y="3095"/>
                    </a:cubicBezTo>
                    <a:cubicBezTo>
                      <a:pt x="306" y="4093"/>
                      <a:pt x="1005" y="4920"/>
                      <a:pt x="1962" y="5239"/>
                    </a:cubicBezTo>
                    <a:lnTo>
                      <a:pt x="1962" y="6706"/>
                    </a:lnTo>
                    <a:lnTo>
                      <a:pt x="1149" y="6706"/>
                    </a:lnTo>
                    <a:lnTo>
                      <a:pt x="2804" y="8802"/>
                    </a:lnTo>
                    <a:lnTo>
                      <a:pt x="4460" y="6706"/>
                    </a:lnTo>
                    <a:lnTo>
                      <a:pt x="3645" y="6706"/>
                    </a:lnTo>
                    <a:lnTo>
                      <a:pt x="3645" y="5244"/>
                    </a:lnTo>
                    <a:cubicBezTo>
                      <a:pt x="4750" y="4882"/>
                      <a:pt x="5499" y="3852"/>
                      <a:pt x="5499" y="2690"/>
                    </a:cubicBezTo>
                    <a:cubicBezTo>
                      <a:pt x="5499" y="1679"/>
                      <a:pt x="4934" y="755"/>
                      <a:pt x="4036" y="296"/>
                    </a:cubicBezTo>
                    <a:cubicBezTo>
                      <a:pt x="3650" y="98"/>
                      <a:pt x="3230" y="1"/>
                      <a:pt x="2812" y="1"/>
                    </a:cubicBez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" name="Google Shape;99;p2"/>
              <p:cNvGrpSpPr/>
              <p:nvPr/>
            </p:nvGrpSpPr>
            <p:grpSpPr>
              <a:xfrm>
                <a:off x="559528" y="2734430"/>
                <a:ext cx="9511294" cy="1699605"/>
                <a:chOff x="559528" y="2734430"/>
                <a:chExt cx="9511294" cy="1699605"/>
              </a:xfrm>
            </p:grpSpPr>
            <p:sp>
              <p:nvSpPr>
                <p:cNvPr id="100" name="Google Shape;100;p2"/>
                <p:cNvSpPr/>
                <p:nvPr/>
              </p:nvSpPr>
              <p:spPr>
                <a:xfrm>
                  <a:off x="5239255" y="3584340"/>
                  <a:ext cx="1699717" cy="849695"/>
                </a:xfrm>
                <a:custGeom>
                  <a:rect b="b" l="l" r="r" t="t"/>
                  <a:pathLst>
                    <a:path extrusionOk="0" h="3951" w="7904">
                      <a:moveTo>
                        <a:pt x="1" y="0"/>
                      </a:moveTo>
                      <a:cubicBezTo>
                        <a:pt x="1" y="540"/>
                        <a:pt x="113" y="1075"/>
                        <a:pt x="327" y="1571"/>
                      </a:cubicBezTo>
                      <a:cubicBezTo>
                        <a:pt x="938" y="2971"/>
                        <a:pt x="2332" y="3951"/>
                        <a:pt x="3953" y="3951"/>
                      </a:cubicBezTo>
                      <a:cubicBezTo>
                        <a:pt x="6132" y="3951"/>
                        <a:pt x="7903" y="2178"/>
                        <a:pt x="7903" y="0"/>
                      </a:cubicBezTo>
                      <a:lnTo>
                        <a:pt x="7248" y="0"/>
                      </a:lnTo>
                      <a:cubicBezTo>
                        <a:pt x="7248" y="1818"/>
                        <a:pt x="5770" y="3296"/>
                        <a:pt x="3953" y="3296"/>
                      </a:cubicBezTo>
                      <a:cubicBezTo>
                        <a:pt x="2135" y="3296"/>
                        <a:pt x="657" y="1818"/>
                        <a:pt x="657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3680824" y="2734430"/>
                  <a:ext cx="1699287" cy="849695"/>
                </a:xfrm>
                <a:custGeom>
                  <a:rect b="b" l="l" r="r" t="t"/>
                  <a:pathLst>
                    <a:path extrusionOk="0" h="3951" w="7902">
                      <a:moveTo>
                        <a:pt x="3951" y="0"/>
                      </a:moveTo>
                      <a:cubicBezTo>
                        <a:pt x="2330" y="0"/>
                        <a:pt x="935" y="982"/>
                        <a:pt x="327" y="2380"/>
                      </a:cubicBezTo>
                      <a:cubicBezTo>
                        <a:pt x="111" y="2874"/>
                        <a:pt x="0" y="3409"/>
                        <a:pt x="0" y="3951"/>
                      </a:cubicBezTo>
                      <a:lnTo>
                        <a:pt x="653" y="3951"/>
                      </a:lnTo>
                      <a:cubicBezTo>
                        <a:pt x="653" y="2135"/>
                        <a:pt x="2133" y="657"/>
                        <a:pt x="3951" y="657"/>
                      </a:cubicBezTo>
                      <a:cubicBezTo>
                        <a:pt x="5767" y="657"/>
                        <a:pt x="7246" y="2135"/>
                        <a:pt x="7246" y="3951"/>
                      </a:cubicBezTo>
                      <a:lnTo>
                        <a:pt x="7901" y="3951"/>
                      </a:lnTo>
                      <a:cubicBezTo>
                        <a:pt x="7901" y="3411"/>
                        <a:pt x="7791" y="2876"/>
                        <a:pt x="7574" y="2381"/>
                      </a:cubicBezTo>
                      <a:cubicBezTo>
                        <a:pt x="6966" y="982"/>
                        <a:pt x="5571" y="0"/>
                        <a:pt x="3951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559528" y="2748078"/>
                  <a:ext cx="1701005" cy="852492"/>
                </a:xfrm>
                <a:custGeom>
                  <a:rect b="b" l="l" r="r" t="t"/>
                  <a:pathLst>
                    <a:path extrusionOk="0" h="3964" w="7910">
                      <a:moveTo>
                        <a:pt x="3958" y="0"/>
                      </a:moveTo>
                      <a:cubicBezTo>
                        <a:pt x="3954" y="0"/>
                        <a:pt x="3950" y="0"/>
                        <a:pt x="3946" y="0"/>
                      </a:cubicBezTo>
                      <a:cubicBezTo>
                        <a:pt x="1768" y="6"/>
                        <a:pt x="0" y="1784"/>
                        <a:pt x="6" y="3963"/>
                      </a:cubicBezTo>
                      <a:lnTo>
                        <a:pt x="661" y="3962"/>
                      </a:lnTo>
                      <a:cubicBezTo>
                        <a:pt x="657" y="2144"/>
                        <a:pt x="2131" y="661"/>
                        <a:pt x="3947" y="655"/>
                      </a:cubicBezTo>
                      <a:cubicBezTo>
                        <a:pt x="3951" y="655"/>
                        <a:pt x="3955" y="655"/>
                        <a:pt x="3959" y="655"/>
                      </a:cubicBezTo>
                      <a:cubicBezTo>
                        <a:pt x="5771" y="655"/>
                        <a:pt x="7248" y="2127"/>
                        <a:pt x="7254" y="3939"/>
                      </a:cubicBezTo>
                      <a:lnTo>
                        <a:pt x="7256" y="3939"/>
                      </a:lnTo>
                      <a:lnTo>
                        <a:pt x="7909" y="3938"/>
                      </a:lnTo>
                      <a:cubicBezTo>
                        <a:pt x="7907" y="3398"/>
                        <a:pt x="7795" y="2863"/>
                        <a:pt x="7578" y="2368"/>
                      </a:cubicBezTo>
                      <a:cubicBezTo>
                        <a:pt x="6966" y="976"/>
                        <a:pt x="5573" y="0"/>
                        <a:pt x="3958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2121750" y="3584340"/>
                  <a:ext cx="1699717" cy="849695"/>
                </a:xfrm>
                <a:custGeom>
                  <a:rect b="b" l="l" r="r" t="t"/>
                  <a:pathLst>
                    <a:path extrusionOk="0" h="3951" w="7904">
                      <a:moveTo>
                        <a:pt x="1" y="0"/>
                      </a:moveTo>
                      <a:cubicBezTo>
                        <a:pt x="1" y="540"/>
                        <a:pt x="111" y="1075"/>
                        <a:pt x="328" y="1571"/>
                      </a:cubicBezTo>
                      <a:cubicBezTo>
                        <a:pt x="938" y="2971"/>
                        <a:pt x="2332" y="3951"/>
                        <a:pt x="3953" y="3951"/>
                      </a:cubicBezTo>
                      <a:cubicBezTo>
                        <a:pt x="5574" y="3951"/>
                        <a:pt x="6967" y="2971"/>
                        <a:pt x="7575" y="1573"/>
                      </a:cubicBezTo>
                      <a:cubicBezTo>
                        <a:pt x="7791" y="1076"/>
                        <a:pt x="7903" y="541"/>
                        <a:pt x="7903" y="0"/>
                      </a:cubicBezTo>
                      <a:lnTo>
                        <a:pt x="7249" y="0"/>
                      </a:lnTo>
                      <a:cubicBezTo>
                        <a:pt x="7249" y="1818"/>
                        <a:pt x="5770" y="3296"/>
                        <a:pt x="3953" y="3296"/>
                      </a:cubicBezTo>
                      <a:cubicBezTo>
                        <a:pt x="2135" y="3296"/>
                        <a:pt x="657" y="1818"/>
                        <a:pt x="657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6808884" y="2734430"/>
                  <a:ext cx="1701005" cy="852492"/>
                </a:xfrm>
                <a:custGeom>
                  <a:rect b="b" l="l" r="r" t="t"/>
                  <a:pathLst>
                    <a:path extrusionOk="0" h="3964" w="7910">
                      <a:moveTo>
                        <a:pt x="3959" y="0"/>
                      </a:moveTo>
                      <a:cubicBezTo>
                        <a:pt x="3955" y="0"/>
                        <a:pt x="3951" y="0"/>
                        <a:pt x="3947" y="0"/>
                      </a:cubicBezTo>
                      <a:cubicBezTo>
                        <a:pt x="1769" y="8"/>
                        <a:pt x="1" y="1786"/>
                        <a:pt x="7" y="3963"/>
                      </a:cubicBezTo>
                      <a:lnTo>
                        <a:pt x="664" y="3962"/>
                      </a:lnTo>
                      <a:cubicBezTo>
                        <a:pt x="658" y="2144"/>
                        <a:pt x="2132" y="661"/>
                        <a:pt x="3948" y="657"/>
                      </a:cubicBezTo>
                      <a:cubicBezTo>
                        <a:pt x="3952" y="657"/>
                        <a:pt x="3956" y="657"/>
                        <a:pt x="3960" y="657"/>
                      </a:cubicBezTo>
                      <a:cubicBezTo>
                        <a:pt x="5772" y="657"/>
                        <a:pt x="7249" y="2127"/>
                        <a:pt x="7255" y="3941"/>
                      </a:cubicBezTo>
                      <a:lnTo>
                        <a:pt x="7257" y="3941"/>
                      </a:lnTo>
                      <a:lnTo>
                        <a:pt x="7910" y="3939"/>
                      </a:lnTo>
                      <a:cubicBezTo>
                        <a:pt x="7908" y="3398"/>
                        <a:pt x="7796" y="2865"/>
                        <a:pt x="7578" y="2370"/>
                      </a:cubicBezTo>
                      <a:cubicBezTo>
                        <a:pt x="6967" y="976"/>
                        <a:pt x="5574" y="0"/>
                        <a:pt x="3959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8371106" y="3570692"/>
                  <a:ext cx="1699716" cy="849696"/>
                </a:xfrm>
                <a:custGeom>
                  <a:rect b="b" l="l" r="r" t="t"/>
                  <a:pathLst>
                    <a:path extrusionOk="0" h="3951" w="7904">
                      <a:moveTo>
                        <a:pt x="1" y="0"/>
                      </a:moveTo>
                      <a:cubicBezTo>
                        <a:pt x="1" y="540"/>
                        <a:pt x="111" y="1075"/>
                        <a:pt x="328" y="1571"/>
                      </a:cubicBezTo>
                      <a:cubicBezTo>
                        <a:pt x="938" y="2971"/>
                        <a:pt x="2332" y="3951"/>
                        <a:pt x="3953" y="3951"/>
                      </a:cubicBezTo>
                      <a:cubicBezTo>
                        <a:pt x="5574" y="3951"/>
                        <a:pt x="6967" y="2971"/>
                        <a:pt x="7575" y="1573"/>
                      </a:cubicBezTo>
                      <a:cubicBezTo>
                        <a:pt x="7791" y="1076"/>
                        <a:pt x="7903" y="541"/>
                        <a:pt x="7903" y="0"/>
                      </a:cubicBezTo>
                      <a:lnTo>
                        <a:pt x="7249" y="0"/>
                      </a:lnTo>
                      <a:cubicBezTo>
                        <a:pt x="7249" y="1818"/>
                        <a:pt x="5770" y="3296"/>
                        <a:pt x="3953" y="3296"/>
                      </a:cubicBezTo>
                      <a:cubicBezTo>
                        <a:pt x="2135" y="3296"/>
                        <a:pt x="657" y="1818"/>
                        <a:pt x="657" y="0"/>
                      </a:cubicBezTo>
                      <a:close/>
                    </a:path>
                  </a:pathLst>
                </a:custGeom>
                <a:solidFill>
                  <a:srgbClr val="C84B3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" name="Google Shape;106;p2"/>
              <p:cNvSpPr/>
              <p:nvPr/>
            </p:nvSpPr>
            <p:spPr>
              <a:xfrm>
                <a:off x="8602481" y="2290117"/>
                <a:ext cx="1231990" cy="1887995"/>
              </a:xfrm>
              <a:custGeom>
                <a:rect b="b" l="l" r="r" t="t"/>
                <a:pathLst>
                  <a:path extrusionOk="0" h="8779" w="5729">
                    <a:moveTo>
                      <a:pt x="2858" y="4600"/>
                    </a:moveTo>
                    <a:cubicBezTo>
                      <a:pt x="3050" y="4600"/>
                      <a:pt x="3243" y="4637"/>
                      <a:pt x="3427" y="4713"/>
                    </a:cubicBezTo>
                    <a:cubicBezTo>
                      <a:pt x="3985" y="4945"/>
                      <a:pt x="4347" y="5488"/>
                      <a:pt x="4347" y="6092"/>
                    </a:cubicBezTo>
                    <a:cubicBezTo>
                      <a:pt x="4347" y="6915"/>
                      <a:pt x="3679" y="7581"/>
                      <a:pt x="2856" y="7583"/>
                    </a:cubicBezTo>
                    <a:cubicBezTo>
                      <a:pt x="2254" y="7583"/>
                      <a:pt x="1709" y="7219"/>
                      <a:pt x="1479" y="6662"/>
                    </a:cubicBezTo>
                    <a:cubicBezTo>
                      <a:pt x="1248" y="6105"/>
                      <a:pt x="1376" y="5464"/>
                      <a:pt x="1802" y="5037"/>
                    </a:cubicBezTo>
                    <a:cubicBezTo>
                      <a:pt x="2087" y="4751"/>
                      <a:pt x="2469" y="4600"/>
                      <a:pt x="2858" y="4600"/>
                    </a:cubicBezTo>
                    <a:close/>
                    <a:moveTo>
                      <a:pt x="2883" y="0"/>
                    </a:moveTo>
                    <a:lnTo>
                      <a:pt x="1227" y="2097"/>
                    </a:lnTo>
                    <a:lnTo>
                      <a:pt x="2041" y="2097"/>
                    </a:lnTo>
                    <a:lnTo>
                      <a:pt x="2041" y="3530"/>
                    </a:lnTo>
                    <a:cubicBezTo>
                      <a:pt x="782" y="3930"/>
                      <a:pt x="1" y="5184"/>
                      <a:pt x="196" y="6491"/>
                    </a:cubicBezTo>
                    <a:cubicBezTo>
                      <a:pt x="393" y="7796"/>
                      <a:pt x="1507" y="8766"/>
                      <a:pt x="2827" y="8779"/>
                    </a:cubicBezTo>
                    <a:cubicBezTo>
                      <a:pt x="2837" y="8779"/>
                      <a:pt x="2847" y="8779"/>
                      <a:pt x="2857" y="8779"/>
                    </a:cubicBezTo>
                    <a:cubicBezTo>
                      <a:pt x="4165" y="8779"/>
                      <a:pt x="5285" y="7837"/>
                      <a:pt x="5506" y="6545"/>
                    </a:cubicBezTo>
                    <a:cubicBezTo>
                      <a:pt x="5729" y="5245"/>
                      <a:pt x="4974" y="3973"/>
                      <a:pt x="3724" y="3547"/>
                    </a:cubicBezTo>
                    <a:lnTo>
                      <a:pt x="3724" y="2097"/>
                    </a:lnTo>
                    <a:lnTo>
                      <a:pt x="4539" y="2097"/>
                    </a:lnTo>
                    <a:lnTo>
                      <a:pt x="2883" y="0"/>
                    </a:lnTo>
                    <a:close/>
                  </a:path>
                </a:pathLst>
              </a:cu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964996" y="3159277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061245" y="3234114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5639106" y="3174324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7235916" y="3118628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8778158" y="3174324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2577910" y="3174324"/>
                <a:ext cx="849695" cy="849695"/>
              </a:xfrm>
              <a:prstGeom prst="ellipse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3" name="Google Shape;113;p2"/>
              <p:cNvGrpSpPr/>
              <p:nvPr/>
            </p:nvGrpSpPr>
            <p:grpSpPr>
              <a:xfrm>
                <a:off x="2662880" y="3258981"/>
                <a:ext cx="658175" cy="680379"/>
                <a:chOff x="2404880" y="1416080"/>
                <a:chExt cx="658175" cy="680379"/>
              </a:xfrm>
            </p:grpSpPr>
            <p:sp>
              <p:nvSpPr>
                <p:cNvPr id="114" name="Google Shape;114;p2"/>
                <p:cNvSpPr/>
                <p:nvPr/>
              </p:nvSpPr>
              <p:spPr>
                <a:xfrm>
                  <a:off x="2404880" y="1516218"/>
                  <a:ext cx="658175" cy="580241"/>
                </a:xfrm>
                <a:custGeom>
                  <a:rect b="b" l="l" r="r" t="t"/>
                  <a:pathLst>
                    <a:path extrusionOk="0" h="9932" w="11266">
                      <a:moveTo>
                        <a:pt x="334" y="1"/>
                      </a:moveTo>
                      <a:cubicBezTo>
                        <a:pt x="144" y="1"/>
                        <a:pt x="1" y="168"/>
                        <a:pt x="1" y="334"/>
                      </a:cubicBezTo>
                      <a:lnTo>
                        <a:pt x="1" y="9598"/>
                      </a:lnTo>
                      <a:cubicBezTo>
                        <a:pt x="1" y="9789"/>
                        <a:pt x="144" y="9932"/>
                        <a:pt x="334" y="9932"/>
                      </a:cubicBezTo>
                      <a:lnTo>
                        <a:pt x="10908" y="9932"/>
                      </a:lnTo>
                      <a:cubicBezTo>
                        <a:pt x="11098" y="9932"/>
                        <a:pt x="11265" y="9789"/>
                        <a:pt x="11265" y="9598"/>
                      </a:cubicBezTo>
                      <a:cubicBezTo>
                        <a:pt x="11265" y="9408"/>
                        <a:pt x="11098" y="9265"/>
                        <a:pt x="10908" y="9265"/>
                      </a:cubicBezTo>
                      <a:lnTo>
                        <a:pt x="10574" y="9265"/>
                      </a:lnTo>
                      <a:lnTo>
                        <a:pt x="10574" y="1930"/>
                      </a:lnTo>
                      <a:cubicBezTo>
                        <a:pt x="10574" y="1811"/>
                        <a:pt x="10479" y="1716"/>
                        <a:pt x="10336" y="1716"/>
                      </a:cubicBezTo>
                      <a:lnTo>
                        <a:pt x="9717" y="1716"/>
                      </a:lnTo>
                      <a:cubicBezTo>
                        <a:pt x="9598" y="1716"/>
                        <a:pt x="9503" y="1811"/>
                        <a:pt x="9503" y="1930"/>
                      </a:cubicBezTo>
                      <a:lnTo>
                        <a:pt x="9503" y="9265"/>
                      </a:lnTo>
                      <a:lnTo>
                        <a:pt x="8812" y="9265"/>
                      </a:lnTo>
                      <a:lnTo>
                        <a:pt x="8812" y="4692"/>
                      </a:lnTo>
                      <a:cubicBezTo>
                        <a:pt x="8812" y="4573"/>
                        <a:pt x="8717" y="4454"/>
                        <a:pt x="8574" y="4454"/>
                      </a:cubicBezTo>
                      <a:lnTo>
                        <a:pt x="7955" y="4454"/>
                      </a:lnTo>
                      <a:cubicBezTo>
                        <a:pt x="7836" y="4454"/>
                        <a:pt x="7741" y="4573"/>
                        <a:pt x="7741" y="4692"/>
                      </a:cubicBezTo>
                      <a:lnTo>
                        <a:pt x="7741" y="9265"/>
                      </a:lnTo>
                      <a:lnTo>
                        <a:pt x="7050" y="9265"/>
                      </a:lnTo>
                      <a:lnTo>
                        <a:pt x="7050" y="6597"/>
                      </a:lnTo>
                      <a:cubicBezTo>
                        <a:pt x="7050" y="6478"/>
                        <a:pt x="6955" y="6383"/>
                        <a:pt x="6812" y="6383"/>
                      </a:cubicBezTo>
                      <a:lnTo>
                        <a:pt x="6193" y="6383"/>
                      </a:lnTo>
                      <a:cubicBezTo>
                        <a:pt x="6074" y="6383"/>
                        <a:pt x="5978" y="6478"/>
                        <a:pt x="5978" y="6597"/>
                      </a:cubicBezTo>
                      <a:lnTo>
                        <a:pt x="5978" y="9265"/>
                      </a:lnTo>
                      <a:lnTo>
                        <a:pt x="5288" y="9265"/>
                      </a:lnTo>
                      <a:lnTo>
                        <a:pt x="5288" y="4669"/>
                      </a:lnTo>
                      <a:cubicBezTo>
                        <a:pt x="5288" y="4549"/>
                        <a:pt x="5192" y="4430"/>
                        <a:pt x="5050" y="4430"/>
                      </a:cubicBezTo>
                      <a:lnTo>
                        <a:pt x="4430" y="4430"/>
                      </a:lnTo>
                      <a:cubicBezTo>
                        <a:pt x="4311" y="4430"/>
                        <a:pt x="4216" y="4549"/>
                        <a:pt x="4216" y="4669"/>
                      </a:cubicBezTo>
                      <a:lnTo>
                        <a:pt x="4216" y="9265"/>
                      </a:lnTo>
                      <a:lnTo>
                        <a:pt x="3525" y="9265"/>
                      </a:lnTo>
                      <a:lnTo>
                        <a:pt x="3525" y="6597"/>
                      </a:lnTo>
                      <a:cubicBezTo>
                        <a:pt x="3525" y="6478"/>
                        <a:pt x="3430" y="6383"/>
                        <a:pt x="3287" y="6383"/>
                      </a:cubicBezTo>
                      <a:lnTo>
                        <a:pt x="2668" y="6383"/>
                      </a:lnTo>
                      <a:cubicBezTo>
                        <a:pt x="2549" y="6383"/>
                        <a:pt x="2454" y="6478"/>
                        <a:pt x="2454" y="6597"/>
                      </a:cubicBezTo>
                      <a:lnTo>
                        <a:pt x="2454" y="9265"/>
                      </a:lnTo>
                      <a:lnTo>
                        <a:pt x="1763" y="9265"/>
                      </a:lnTo>
                      <a:lnTo>
                        <a:pt x="1763" y="8336"/>
                      </a:lnTo>
                      <a:cubicBezTo>
                        <a:pt x="1763" y="8217"/>
                        <a:pt x="1668" y="8122"/>
                        <a:pt x="1525" y="8122"/>
                      </a:cubicBezTo>
                      <a:lnTo>
                        <a:pt x="691" y="8122"/>
                      </a:lnTo>
                      <a:lnTo>
                        <a:pt x="691" y="334"/>
                      </a:lnTo>
                      <a:cubicBezTo>
                        <a:pt x="691" y="168"/>
                        <a:pt x="525" y="1"/>
                        <a:pt x="33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2481414" y="1416080"/>
                  <a:ext cx="534322" cy="298476"/>
                </a:xfrm>
                <a:custGeom>
                  <a:rect b="b" l="l" r="r" t="t"/>
                  <a:pathLst>
                    <a:path extrusionOk="0" h="5109" w="9146">
                      <a:moveTo>
                        <a:pt x="7693" y="0"/>
                      </a:moveTo>
                      <a:cubicBezTo>
                        <a:pt x="7502" y="0"/>
                        <a:pt x="7336" y="167"/>
                        <a:pt x="7336" y="357"/>
                      </a:cubicBezTo>
                      <a:cubicBezTo>
                        <a:pt x="7336" y="548"/>
                        <a:pt x="7502" y="691"/>
                        <a:pt x="7693" y="691"/>
                      </a:cubicBezTo>
                      <a:lnTo>
                        <a:pt x="7978" y="691"/>
                      </a:lnTo>
                      <a:lnTo>
                        <a:pt x="4883" y="3787"/>
                      </a:lnTo>
                      <a:lnTo>
                        <a:pt x="2882" y="2215"/>
                      </a:lnTo>
                      <a:cubicBezTo>
                        <a:pt x="2829" y="2161"/>
                        <a:pt x="2756" y="2137"/>
                        <a:pt x="2681" y="2137"/>
                      </a:cubicBezTo>
                      <a:cubicBezTo>
                        <a:pt x="2589" y="2137"/>
                        <a:pt x="2495" y="2173"/>
                        <a:pt x="2430" y="2239"/>
                      </a:cubicBezTo>
                      <a:lnTo>
                        <a:pt x="144" y="4525"/>
                      </a:lnTo>
                      <a:cubicBezTo>
                        <a:pt x="1" y="4668"/>
                        <a:pt x="1" y="4882"/>
                        <a:pt x="144" y="5001"/>
                      </a:cubicBezTo>
                      <a:cubicBezTo>
                        <a:pt x="215" y="5073"/>
                        <a:pt x="304" y="5108"/>
                        <a:pt x="391" y="5108"/>
                      </a:cubicBezTo>
                      <a:cubicBezTo>
                        <a:pt x="477" y="5108"/>
                        <a:pt x="560" y="5073"/>
                        <a:pt x="620" y="5001"/>
                      </a:cubicBezTo>
                      <a:lnTo>
                        <a:pt x="2692" y="2929"/>
                      </a:lnTo>
                      <a:lnTo>
                        <a:pt x="4692" y="4525"/>
                      </a:lnTo>
                      <a:cubicBezTo>
                        <a:pt x="4760" y="4570"/>
                        <a:pt x="4838" y="4594"/>
                        <a:pt x="4914" y="4594"/>
                      </a:cubicBezTo>
                      <a:cubicBezTo>
                        <a:pt x="4999" y="4594"/>
                        <a:pt x="5082" y="4564"/>
                        <a:pt x="5145" y="4501"/>
                      </a:cubicBezTo>
                      <a:lnTo>
                        <a:pt x="8455" y="1167"/>
                      </a:lnTo>
                      <a:lnTo>
                        <a:pt x="8455" y="1477"/>
                      </a:lnTo>
                      <a:cubicBezTo>
                        <a:pt x="8455" y="1667"/>
                        <a:pt x="8598" y="1810"/>
                        <a:pt x="8788" y="1810"/>
                      </a:cubicBezTo>
                      <a:cubicBezTo>
                        <a:pt x="8979" y="1810"/>
                        <a:pt x="9145" y="1667"/>
                        <a:pt x="9145" y="1477"/>
                      </a:cubicBezTo>
                      <a:lnTo>
                        <a:pt x="9145" y="357"/>
                      </a:lnTo>
                      <a:cubicBezTo>
                        <a:pt x="9145" y="167"/>
                        <a:pt x="8979" y="0"/>
                        <a:pt x="878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6" name="Google Shape;116;p2"/>
              <p:cNvGrpSpPr/>
              <p:nvPr/>
            </p:nvGrpSpPr>
            <p:grpSpPr>
              <a:xfrm>
                <a:off x="5792059" y="3349630"/>
                <a:ext cx="624476" cy="548926"/>
                <a:chOff x="-3030525" y="3973150"/>
                <a:chExt cx="293025" cy="257575"/>
              </a:xfrm>
            </p:grpSpPr>
            <p:sp>
              <p:nvSpPr>
                <p:cNvPr id="117" name="Google Shape;117;p2"/>
                <p:cNvSpPr/>
                <p:nvPr/>
              </p:nvSpPr>
              <p:spPr>
                <a:xfrm>
                  <a:off x="-3029750" y="3973150"/>
                  <a:ext cx="292250" cy="68550"/>
                </a:xfrm>
                <a:custGeom>
                  <a:rect b="b" l="l" r="r" t="t"/>
                  <a:pathLst>
                    <a:path extrusionOk="0" h="2742" w="11690">
                      <a:moveTo>
                        <a:pt x="1702" y="1355"/>
                      </a:moveTo>
                      <a:cubicBezTo>
                        <a:pt x="1891" y="1355"/>
                        <a:pt x="2049" y="1513"/>
                        <a:pt x="2049" y="1702"/>
                      </a:cubicBezTo>
                      <a:cubicBezTo>
                        <a:pt x="2049" y="1922"/>
                        <a:pt x="1891" y="2080"/>
                        <a:pt x="1702" y="2080"/>
                      </a:cubicBezTo>
                      <a:cubicBezTo>
                        <a:pt x="1513" y="2080"/>
                        <a:pt x="1356" y="1922"/>
                        <a:pt x="1356" y="1702"/>
                      </a:cubicBezTo>
                      <a:cubicBezTo>
                        <a:pt x="1356" y="1513"/>
                        <a:pt x="1513" y="1355"/>
                        <a:pt x="1702" y="1355"/>
                      </a:cubicBezTo>
                      <a:close/>
                      <a:moveTo>
                        <a:pt x="3088" y="1355"/>
                      </a:moveTo>
                      <a:cubicBezTo>
                        <a:pt x="3277" y="1355"/>
                        <a:pt x="3435" y="1513"/>
                        <a:pt x="3435" y="1702"/>
                      </a:cubicBezTo>
                      <a:cubicBezTo>
                        <a:pt x="3435" y="1922"/>
                        <a:pt x="3277" y="2080"/>
                        <a:pt x="3088" y="2080"/>
                      </a:cubicBezTo>
                      <a:cubicBezTo>
                        <a:pt x="2868" y="2080"/>
                        <a:pt x="2710" y="1922"/>
                        <a:pt x="2710" y="1702"/>
                      </a:cubicBezTo>
                      <a:cubicBezTo>
                        <a:pt x="2710" y="1513"/>
                        <a:pt x="2868" y="1355"/>
                        <a:pt x="3088" y="1355"/>
                      </a:cubicBezTo>
                      <a:close/>
                      <a:moveTo>
                        <a:pt x="9925" y="1387"/>
                      </a:moveTo>
                      <a:cubicBezTo>
                        <a:pt x="10366" y="1387"/>
                        <a:pt x="10366" y="2080"/>
                        <a:pt x="9925" y="2080"/>
                      </a:cubicBezTo>
                      <a:lnTo>
                        <a:pt x="5829" y="2080"/>
                      </a:lnTo>
                      <a:cubicBezTo>
                        <a:pt x="5388" y="2080"/>
                        <a:pt x="5357" y="1387"/>
                        <a:pt x="5829" y="1387"/>
                      </a:cubicBezTo>
                      <a:close/>
                      <a:moveTo>
                        <a:pt x="1041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2741"/>
                      </a:lnTo>
                      <a:lnTo>
                        <a:pt x="11689" y="2741"/>
                      </a:lnTo>
                      <a:lnTo>
                        <a:pt x="11689" y="1040"/>
                      </a:lnTo>
                      <a:cubicBezTo>
                        <a:pt x="11658" y="505"/>
                        <a:pt x="11248" y="1"/>
                        <a:pt x="1065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-3030525" y="4059000"/>
                  <a:ext cx="292225" cy="171725"/>
                </a:xfrm>
                <a:custGeom>
                  <a:rect b="b" l="l" r="r" t="t"/>
                  <a:pathLst>
                    <a:path extrusionOk="0" h="6869" w="11689">
                      <a:moveTo>
                        <a:pt x="3773" y="1366"/>
                      </a:moveTo>
                      <a:cubicBezTo>
                        <a:pt x="4065" y="1366"/>
                        <a:pt x="4260" y="1775"/>
                        <a:pt x="3970" y="1985"/>
                      </a:cubicBezTo>
                      <a:lnTo>
                        <a:pt x="2363" y="3088"/>
                      </a:lnTo>
                      <a:lnTo>
                        <a:pt x="3970" y="4191"/>
                      </a:lnTo>
                      <a:cubicBezTo>
                        <a:pt x="4252" y="4370"/>
                        <a:pt x="4075" y="4801"/>
                        <a:pt x="3795" y="4801"/>
                      </a:cubicBezTo>
                      <a:cubicBezTo>
                        <a:pt x="3731" y="4801"/>
                        <a:pt x="3662" y="4779"/>
                        <a:pt x="3592" y="4726"/>
                      </a:cubicBezTo>
                      <a:lnTo>
                        <a:pt x="1544" y="3372"/>
                      </a:lnTo>
                      <a:cubicBezTo>
                        <a:pt x="1324" y="3246"/>
                        <a:pt x="1324" y="2962"/>
                        <a:pt x="1544" y="2805"/>
                      </a:cubicBezTo>
                      <a:lnTo>
                        <a:pt x="3592" y="1418"/>
                      </a:lnTo>
                      <a:cubicBezTo>
                        <a:pt x="3654" y="1382"/>
                        <a:pt x="3715" y="1366"/>
                        <a:pt x="3773" y="1366"/>
                      </a:cubicBezTo>
                      <a:close/>
                      <a:moveTo>
                        <a:pt x="7912" y="1407"/>
                      </a:moveTo>
                      <a:cubicBezTo>
                        <a:pt x="7979" y="1407"/>
                        <a:pt x="8053" y="1429"/>
                        <a:pt x="8129" y="1481"/>
                      </a:cubicBezTo>
                      <a:lnTo>
                        <a:pt x="10145" y="2836"/>
                      </a:lnTo>
                      <a:cubicBezTo>
                        <a:pt x="10366" y="2962"/>
                        <a:pt x="10366" y="3277"/>
                        <a:pt x="10145" y="3403"/>
                      </a:cubicBezTo>
                      <a:lnTo>
                        <a:pt x="8129" y="4789"/>
                      </a:lnTo>
                      <a:cubicBezTo>
                        <a:pt x="8061" y="4826"/>
                        <a:pt x="7996" y="4841"/>
                        <a:pt x="7935" y="4841"/>
                      </a:cubicBezTo>
                      <a:cubicBezTo>
                        <a:pt x="7624" y="4841"/>
                        <a:pt x="7430" y="4433"/>
                        <a:pt x="7719" y="4222"/>
                      </a:cubicBezTo>
                      <a:lnTo>
                        <a:pt x="9326" y="3120"/>
                      </a:lnTo>
                      <a:lnTo>
                        <a:pt x="7719" y="2017"/>
                      </a:lnTo>
                      <a:cubicBezTo>
                        <a:pt x="7437" y="1837"/>
                        <a:pt x="7615" y="1407"/>
                        <a:pt x="7912" y="1407"/>
                      </a:cubicBezTo>
                      <a:close/>
                      <a:moveTo>
                        <a:pt x="6515" y="714"/>
                      </a:moveTo>
                      <a:cubicBezTo>
                        <a:pt x="6728" y="714"/>
                        <a:pt x="6948" y="909"/>
                        <a:pt x="6868" y="1166"/>
                      </a:cubicBezTo>
                      <a:lnTo>
                        <a:pt x="5482" y="5262"/>
                      </a:lnTo>
                      <a:cubicBezTo>
                        <a:pt x="5434" y="5420"/>
                        <a:pt x="5306" y="5489"/>
                        <a:pt x="5176" y="5489"/>
                      </a:cubicBezTo>
                      <a:cubicBezTo>
                        <a:pt x="4968" y="5489"/>
                        <a:pt x="4755" y="5313"/>
                        <a:pt x="4852" y="5041"/>
                      </a:cubicBezTo>
                      <a:lnTo>
                        <a:pt x="6207" y="946"/>
                      </a:lnTo>
                      <a:cubicBezTo>
                        <a:pt x="6265" y="782"/>
                        <a:pt x="6389" y="714"/>
                        <a:pt x="6515" y="714"/>
                      </a:cubicBezTo>
                      <a:close/>
                      <a:moveTo>
                        <a:pt x="0" y="1"/>
                      </a:moveTo>
                      <a:lnTo>
                        <a:pt x="0" y="5829"/>
                      </a:lnTo>
                      <a:lnTo>
                        <a:pt x="32" y="5829"/>
                      </a:lnTo>
                      <a:cubicBezTo>
                        <a:pt x="32" y="6396"/>
                        <a:pt x="504" y="6869"/>
                        <a:pt x="1072" y="6869"/>
                      </a:cubicBezTo>
                      <a:lnTo>
                        <a:pt x="10681" y="6869"/>
                      </a:lnTo>
                      <a:cubicBezTo>
                        <a:pt x="11216" y="6869"/>
                        <a:pt x="11689" y="6396"/>
                        <a:pt x="11689" y="5829"/>
                      </a:cubicBezTo>
                      <a:lnTo>
                        <a:pt x="1168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9" name="Google Shape;119;p2"/>
              <p:cNvGrpSpPr/>
              <p:nvPr/>
            </p:nvGrpSpPr>
            <p:grpSpPr>
              <a:xfrm>
                <a:off x="4176861" y="3319684"/>
                <a:ext cx="655595" cy="648639"/>
                <a:chOff x="-1182750" y="3962900"/>
                <a:chExt cx="294575" cy="291450"/>
              </a:xfrm>
            </p:grpSpPr>
            <p:sp>
              <p:nvSpPr>
                <p:cNvPr id="120" name="Google Shape;120;p2"/>
                <p:cNvSpPr/>
                <p:nvPr/>
              </p:nvSpPr>
              <p:spPr>
                <a:xfrm>
                  <a:off x="-1078000" y="4030650"/>
                  <a:ext cx="17350" cy="17350"/>
                </a:xfrm>
                <a:custGeom>
                  <a:rect b="b" l="l" r="r" t="t"/>
                  <a:pathLst>
                    <a:path extrusionOk="0" h="694" w="694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-1129200" y="4099950"/>
                  <a:ext cx="17350" cy="17350"/>
                </a:xfrm>
                <a:custGeom>
                  <a:rect b="b" l="l" r="r" t="t"/>
                  <a:pathLst>
                    <a:path extrusionOk="0" h="694" w="694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-1009475" y="4081850"/>
                  <a:ext cx="18125" cy="17350"/>
                </a:xfrm>
                <a:custGeom>
                  <a:rect b="b" l="l" r="r" t="t"/>
                  <a:pathLst>
                    <a:path extrusionOk="0" h="694" w="725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-1182750" y="4168475"/>
                  <a:ext cx="292225" cy="34675"/>
                </a:xfrm>
                <a:custGeom>
                  <a:rect b="b" l="l" r="r" t="t"/>
                  <a:pathLst>
                    <a:path extrusionOk="0" h="1387" w="11689">
                      <a:moveTo>
                        <a:pt x="0" y="1"/>
                      </a:moveTo>
                      <a:lnTo>
                        <a:pt x="0" y="347"/>
                      </a:lnTo>
                      <a:lnTo>
                        <a:pt x="63" y="347"/>
                      </a:lnTo>
                      <a:cubicBezTo>
                        <a:pt x="63" y="914"/>
                        <a:pt x="504" y="1387"/>
                        <a:pt x="1071" y="1387"/>
                      </a:cubicBezTo>
                      <a:lnTo>
                        <a:pt x="10680" y="1387"/>
                      </a:lnTo>
                      <a:cubicBezTo>
                        <a:pt x="11247" y="1387"/>
                        <a:pt x="11688" y="914"/>
                        <a:pt x="11688" y="347"/>
                      </a:cubicBezTo>
                      <a:lnTo>
                        <a:pt x="1168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-1117400" y="4220475"/>
                  <a:ext cx="161500" cy="33875"/>
                </a:xfrm>
                <a:custGeom>
                  <a:rect b="b" l="l" r="r" t="t"/>
                  <a:pathLst>
                    <a:path extrusionOk="0" h="1355" w="6460">
                      <a:moveTo>
                        <a:pt x="1513" y="0"/>
                      </a:moveTo>
                      <a:lnTo>
                        <a:pt x="1356" y="693"/>
                      </a:lnTo>
                      <a:lnTo>
                        <a:pt x="474" y="693"/>
                      </a:lnTo>
                      <a:cubicBezTo>
                        <a:pt x="32" y="693"/>
                        <a:pt x="1" y="1355"/>
                        <a:pt x="474" y="1355"/>
                      </a:cubicBezTo>
                      <a:lnTo>
                        <a:pt x="5924" y="1355"/>
                      </a:lnTo>
                      <a:cubicBezTo>
                        <a:pt x="6459" y="1355"/>
                        <a:pt x="6459" y="693"/>
                        <a:pt x="5987" y="693"/>
                      </a:cubicBezTo>
                      <a:lnTo>
                        <a:pt x="5073" y="693"/>
                      </a:lnTo>
                      <a:lnTo>
                        <a:pt x="491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-958300" y="4014100"/>
                  <a:ext cx="18150" cy="17350"/>
                </a:xfrm>
                <a:custGeom>
                  <a:rect b="b" l="l" r="r" t="t"/>
                  <a:pathLst>
                    <a:path extrusionOk="0" h="694" w="726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-1180400" y="3962900"/>
                  <a:ext cx="292225" cy="188275"/>
                </a:xfrm>
                <a:custGeom>
                  <a:rect b="b" l="l" r="r" t="t"/>
                  <a:pathLst>
                    <a:path extrusionOk="0" h="7531" w="11689">
                      <a:moveTo>
                        <a:pt x="9232" y="1324"/>
                      </a:moveTo>
                      <a:cubicBezTo>
                        <a:pt x="9799" y="1324"/>
                        <a:pt x="10271" y="1797"/>
                        <a:pt x="10271" y="2364"/>
                      </a:cubicBezTo>
                      <a:cubicBezTo>
                        <a:pt x="10271" y="2922"/>
                        <a:pt x="9822" y="3391"/>
                        <a:pt x="9247" y="3391"/>
                      </a:cubicBezTo>
                      <a:cubicBezTo>
                        <a:pt x="9140" y="3391"/>
                        <a:pt x="9029" y="3375"/>
                        <a:pt x="8916" y="3341"/>
                      </a:cubicBezTo>
                      <a:lnTo>
                        <a:pt x="8034" y="4538"/>
                      </a:lnTo>
                      <a:cubicBezTo>
                        <a:pt x="8507" y="5199"/>
                        <a:pt x="7971" y="6144"/>
                        <a:pt x="7152" y="6144"/>
                      </a:cubicBezTo>
                      <a:cubicBezTo>
                        <a:pt x="6491" y="6144"/>
                        <a:pt x="5987" y="5514"/>
                        <a:pt x="6176" y="4790"/>
                      </a:cubicBezTo>
                      <a:lnTo>
                        <a:pt x="4978" y="3908"/>
                      </a:lnTo>
                      <a:cubicBezTo>
                        <a:pt x="4839" y="4007"/>
                        <a:pt x="4661" y="4069"/>
                        <a:pt x="4470" y="4069"/>
                      </a:cubicBezTo>
                      <a:cubicBezTo>
                        <a:pt x="4359" y="4069"/>
                        <a:pt x="4243" y="4048"/>
                        <a:pt x="4128" y="4002"/>
                      </a:cubicBezTo>
                      <a:lnTo>
                        <a:pt x="3214" y="5199"/>
                      </a:lnTo>
                      <a:cubicBezTo>
                        <a:pt x="3340" y="5357"/>
                        <a:pt x="3372" y="5546"/>
                        <a:pt x="3372" y="5735"/>
                      </a:cubicBezTo>
                      <a:cubicBezTo>
                        <a:pt x="3372" y="6302"/>
                        <a:pt x="2899" y="6775"/>
                        <a:pt x="2363" y="6775"/>
                      </a:cubicBezTo>
                      <a:cubicBezTo>
                        <a:pt x="1796" y="6775"/>
                        <a:pt x="1324" y="6302"/>
                        <a:pt x="1324" y="5735"/>
                      </a:cubicBezTo>
                      <a:cubicBezTo>
                        <a:pt x="1324" y="5199"/>
                        <a:pt x="1796" y="4727"/>
                        <a:pt x="2363" y="4727"/>
                      </a:cubicBezTo>
                      <a:cubicBezTo>
                        <a:pt x="2489" y="4727"/>
                        <a:pt x="2552" y="4758"/>
                        <a:pt x="2678" y="4758"/>
                      </a:cubicBezTo>
                      <a:lnTo>
                        <a:pt x="3592" y="3593"/>
                      </a:lnTo>
                      <a:cubicBezTo>
                        <a:pt x="3120" y="2899"/>
                        <a:pt x="3624" y="1954"/>
                        <a:pt x="4443" y="1954"/>
                      </a:cubicBezTo>
                      <a:cubicBezTo>
                        <a:pt x="5104" y="1954"/>
                        <a:pt x="5640" y="2584"/>
                        <a:pt x="5419" y="3309"/>
                      </a:cubicBezTo>
                      <a:lnTo>
                        <a:pt x="6617" y="4223"/>
                      </a:lnTo>
                      <a:cubicBezTo>
                        <a:pt x="6766" y="4116"/>
                        <a:pt x="6959" y="4038"/>
                        <a:pt x="7165" y="4038"/>
                      </a:cubicBezTo>
                      <a:cubicBezTo>
                        <a:pt x="7264" y="4038"/>
                        <a:pt x="7365" y="4056"/>
                        <a:pt x="7467" y="4097"/>
                      </a:cubicBezTo>
                      <a:lnTo>
                        <a:pt x="8381" y="2899"/>
                      </a:lnTo>
                      <a:cubicBezTo>
                        <a:pt x="8255" y="2742"/>
                        <a:pt x="8223" y="2553"/>
                        <a:pt x="8223" y="2364"/>
                      </a:cubicBezTo>
                      <a:cubicBezTo>
                        <a:pt x="8223" y="1797"/>
                        <a:pt x="8696" y="1324"/>
                        <a:pt x="9232" y="1324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4"/>
                        <a:pt x="1" y="1009"/>
                      </a:cubicBezTo>
                      <a:lnTo>
                        <a:pt x="1" y="7531"/>
                      </a:lnTo>
                      <a:lnTo>
                        <a:pt x="11689" y="7531"/>
                      </a:lnTo>
                      <a:lnTo>
                        <a:pt x="11689" y="1009"/>
                      </a:lnTo>
                      <a:cubicBezTo>
                        <a:pt x="11657" y="411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" name="Google Shape;127;p2"/>
              <p:cNvGrpSpPr/>
              <p:nvPr/>
            </p:nvGrpSpPr>
            <p:grpSpPr>
              <a:xfrm>
                <a:off x="8924784" y="3321201"/>
                <a:ext cx="675331" cy="668110"/>
                <a:chOff x="-5611575" y="3272950"/>
                <a:chExt cx="294600" cy="291450"/>
              </a:xfrm>
            </p:grpSpPr>
            <p:sp>
              <p:nvSpPr>
                <p:cNvPr id="128" name="Google Shape;128;p2"/>
                <p:cNvSpPr/>
                <p:nvPr/>
              </p:nvSpPr>
              <p:spPr>
                <a:xfrm>
                  <a:off x="-5594250" y="3273750"/>
                  <a:ext cx="85875" cy="84300"/>
                </a:xfrm>
                <a:custGeom>
                  <a:rect b="b" l="l" r="r" t="t"/>
                  <a:pathLst>
                    <a:path extrusionOk="0" h="3372" w="3435">
                      <a:moveTo>
                        <a:pt x="1734" y="0"/>
                      </a:moveTo>
                      <a:cubicBezTo>
                        <a:pt x="788" y="0"/>
                        <a:pt x="32" y="756"/>
                        <a:pt x="32" y="1702"/>
                      </a:cubicBezTo>
                      <a:cubicBezTo>
                        <a:pt x="1" y="2678"/>
                        <a:pt x="820" y="3371"/>
                        <a:pt x="1702" y="3371"/>
                      </a:cubicBezTo>
                      <a:cubicBezTo>
                        <a:pt x="2269" y="3371"/>
                        <a:pt x="2899" y="3025"/>
                        <a:pt x="3214" y="2426"/>
                      </a:cubicBezTo>
                      <a:cubicBezTo>
                        <a:pt x="3340" y="2206"/>
                        <a:pt x="3435" y="1922"/>
                        <a:pt x="3435" y="1702"/>
                      </a:cubicBezTo>
                      <a:cubicBezTo>
                        <a:pt x="3435" y="756"/>
                        <a:pt x="2679" y="0"/>
                        <a:pt x="173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-5457200" y="3324950"/>
                  <a:ext cx="67775" cy="67750"/>
                </a:xfrm>
                <a:custGeom>
                  <a:rect b="b" l="l" r="r" t="t"/>
                  <a:pathLst>
                    <a:path extrusionOk="0" h="2710" w="2711">
                      <a:moveTo>
                        <a:pt x="1009" y="0"/>
                      </a:moveTo>
                      <a:cubicBezTo>
                        <a:pt x="410" y="158"/>
                        <a:pt x="1" y="662"/>
                        <a:pt x="1" y="1323"/>
                      </a:cubicBezTo>
                      <a:cubicBezTo>
                        <a:pt x="1" y="2079"/>
                        <a:pt x="631" y="2710"/>
                        <a:pt x="1355" y="2710"/>
                      </a:cubicBezTo>
                      <a:cubicBezTo>
                        <a:pt x="1985" y="2710"/>
                        <a:pt x="2553" y="2268"/>
                        <a:pt x="2710" y="1701"/>
                      </a:cubicBezTo>
                      <a:lnTo>
                        <a:pt x="1355" y="1701"/>
                      </a:lnTo>
                      <a:cubicBezTo>
                        <a:pt x="1166" y="1701"/>
                        <a:pt x="1009" y="1544"/>
                        <a:pt x="1009" y="1323"/>
                      </a:cubicBezTo>
                      <a:lnTo>
                        <a:pt x="100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-5415450" y="3325725"/>
                  <a:ext cx="25225" cy="24450"/>
                </a:xfrm>
                <a:custGeom>
                  <a:rect b="b" l="l" r="r" t="t"/>
                  <a:pathLst>
                    <a:path extrusionOk="0" h="978" w="1009">
                      <a:moveTo>
                        <a:pt x="0" y="1"/>
                      </a:moveTo>
                      <a:lnTo>
                        <a:pt x="0" y="977"/>
                      </a:lnTo>
                      <a:lnTo>
                        <a:pt x="1009" y="977"/>
                      </a:lnTo>
                      <a:cubicBezTo>
                        <a:pt x="883" y="473"/>
                        <a:pt x="473" y="127"/>
                        <a:pt x="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-5611575" y="3359600"/>
                  <a:ext cx="118950" cy="204800"/>
                </a:xfrm>
                <a:custGeom>
                  <a:rect b="b" l="l" r="r" t="t"/>
                  <a:pathLst>
                    <a:path extrusionOk="0" h="8192" w="4758">
                      <a:moveTo>
                        <a:pt x="694" y="0"/>
                      </a:moveTo>
                      <a:cubicBezTo>
                        <a:pt x="253" y="410"/>
                        <a:pt x="1" y="1008"/>
                        <a:pt x="1" y="1670"/>
                      </a:cubicBezTo>
                      <a:lnTo>
                        <a:pt x="1" y="3718"/>
                      </a:lnTo>
                      <a:cubicBezTo>
                        <a:pt x="1" y="4159"/>
                        <a:pt x="253" y="4569"/>
                        <a:pt x="662" y="4726"/>
                      </a:cubicBezTo>
                      <a:lnTo>
                        <a:pt x="662" y="7152"/>
                      </a:lnTo>
                      <a:cubicBezTo>
                        <a:pt x="662" y="7687"/>
                        <a:pt x="1135" y="8192"/>
                        <a:pt x="1670" y="8192"/>
                      </a:cubicBezTo>
                      <a:lnTo>
                        <a:pt x="3057" y="8192"/>
                      </a:lnTo>
                      <a:cubicBezTo>
                        <a:pt x="3624" y="8192"/>
                        <a:pt x="4096" y="7719"/>
                        <a:pt x="4096" y="7152"/>
                      </a:cubicBezTo>
                      <a:lnTo>
                        <a:pt x="4096" y="4726"/>
                      </a:lnTo>
                      <a:cubicBezTo>
                        <a:pt x="4474" y="4569"/>
                        <a:pt x="4758" y="4190"/>
                        <a:pt x="4758" y="3718"/>
                      </a:cubicBezTo>
                      <a:lnTo>
                        <a:pt x="4758" y="1670"/>
                      </a:lnTo>
                      <a:cubicBezTo>
                        <a:pt x="4758" y="1008"/>
                        <a:pt x="4474" y="410"/>
                        <a:pt x="4033" y="0"/>
                      </a:cubicBezTo>
                      <a:cubicBezTo>
                        <a:pt x="3718" y="347"/>
                        <a:pt x="3246" y="567"/>
                        <a:pt x="2742" y="662"/>
                      </a:cubicBezTo>
                      <a:lnTo>
                        <a:pt x="2742" y="2395"/>
                      </a:lnTo>
                      <a:cubicBezTo>
                        <a:pt x="2742" y="2584"/>
                        <a:pt x="2584" y="2741"/>
                        <a:pt x="2395" y="2741"/>
                      </a:cubicBezTo>
                      <a:cubicBezTo>
                        <a:pt x="2175" y="2741"/>
                        <a:pt x="2017" y="2584"/>
                        <a:pt x="2017" y="2395"/>
                      </a:cubicBezTo>
                      <a:lnTo>
                        <a:pt x="2017" y="662"/>
                      </a:lnTo>
                      <a:cubicBezTo>
                        <a:pt x="1513" y="567"/>
                        <a:pt x="1040" y="347"/>
                        <a:pt x="6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-5510750" y="3272950"/>
                  <a:ext cx="193775" cy="187475"/>
                </a:xfrm>
                <a:custGeom>
                  <a:rect b="b" l="l" r="r" t="t"/>
                  <a:pathLst>
                    <a:path extrusionOk="0" h="7499" w="7751">
                      <a:moveTo>
                        <a:pt x="3497" y="1355"/>
                      </a:moveTo>
                      <a:cubicBezTo>
                        <a:pt x="4663" y="1355"/>
                        <a:pt x="5577" y="2269"/>
                        <a:pt x="5577" y="3403"/>
                      </a:cubicBezTo>
                      <a:cubicBezTo>
                        <a:pt x="5577" y="4569"/>
                        <a:pt x="4600" y="5451"/>
                        <a:pt x="3497" y="5451"/>
                      </a:cubicBezTo>
                      <a:cubicBezTo>
                        <a:pt x="2363" y="5451"/>
                        <a:pt x="1450" y="4569"/>
                        <a:pt x="1450" y="3403"/>
                      </a:cubicBezTo>
                      <a:cubicBezTo>
                        <a:pt x="1450" y="2269"/>
                        <a:pt x="2363" y="1355"/>
                        <a:pt x="3497" y="1355"/>
                      </a:cubicBezTo>
                      <a:close/>
                      <a:moveTo>
                        <a:pt x="0" y="1"/>
                      </a:moveTo>
                      <a:cubicBezTo>
                        <a:pt x="441" y="410"/>
                        <a:pt x="725" y="1009"/>
                        <a:pt x="725" y="1671"/>
                      </a:cubicBezTo>
                      <a:cubicBezTo>
                        <a:pt x="725" y="2112"/>
                        <a:pt x="599" y="2521"/>
                        <a:pt x="410" y="2868"/>
                      </a:cubicBezTo>
                      <a:cubicBezTo>
                        <a:pt x="1040" y="3403"/>
                        <a:pt x="1387" y="4191"/>
                        <a:pt x="1387" y="5105"/>
                      </a:cubicBezTo>
                      <a:lnTo>
                        <a:pt x="1387" y="7152"/>
                      </a:lnTo>
                      <a:cubicBezTo>
                        <a:pt x="1387" y="7278"/>
                        <a:pt x="1387" y="7404"/>
                        <a:pt x="1355" y="7499"/>
                      </a:cubicBezTo>
                      <a:lnTo>
                        <a:pt x="5829" y="7499"/>
                      </a:lnTo>
                      <a:cubicBezTo>
                        <a:pt x="6396" y="7499"/>
                        <a:pt x="6900" y="7026"/>
                        <a:pt x="6900" y="6491"/>
                      </a:cubicBezTo>
                      <a:lnTo>
                        <a:pt x="6900" y="694"/>
                      </a:lnTo>
                      <a:lnTo>
                        <a:pt x="7246" y="694"/>
                      </a:lnTo>
                      <a:cubicBezTo>
                        <a:pt x="7751" y="694"/>
                        <a:pt x="7751" y="1"/>
                        <a:pt x="727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3" name="Google Shape;133;p2"/>
              <p:cNvGrpSpPr/>
              <p:nvPr/>
            </p:nvGrpSpPr>
            <p:grpSpPr>
              <a:xfrm>
                <a:off x="1041458" y="3261267"/>
                <a:ext cx="681784" cy="680394"/>
                <a:chOff x="1181536" y="3407083"/>
                <a:chExt cx="417352" cy="416501"/>
              </a:xfrm>
            </p:grpSpPr>
            <p:sp>
              <p:nvSpPr>
                <p:cNvPr id="134" name="Google Shape;134;p2"/>
                <p:cNvSpPr/>
                <p:nvPr/>
              </p:nvSpPr>
              <p:spPr>
                <a:xfrm>
                  <a:off x="1360390" y="3407083"/>
                  <a:ext cx="149058" cy="108182"/>
                </a:xfrm>
                <a:custGeom>
                  <a:rect b="b" l="l" r="r" t="t"/>
                  <a:pathLst>
                    <a:path extrusionOk="0" h="3025" w="4168">
                      <a:moveTo>
                        <a:pt x="0" y="0"/>
                      </a:moveTo>
                      <a:lnTo>
                        <a:pt x="0" y="3024"/>
                      </a:lnTo>
                      <a:lnTo>
                        <a:pt x="4168" y="3024"/>
                      </a:lnTo>
                      <a:lnTo>
                        <a:pt x="416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1425981" y="3591016"/>
                  <a:ext cx="75817" cy="109898"/>
                </a:xfrm>
                <a:custGeom>
                  <a:rect b="b" l="l" r="r" t="t"/>
                  <a:pathLst>
                    <a:path extrusionOk="0" h="3073" w="2120">
                      <a:moveTo>
                        <a:pt x="0" y="1"/>
                      </a:moveTo>
                      <a:cubicBezTo>
                        <a:pt x="548" y="620"/>
                        <a:pt x="857" y="1430"/>
                        <a:pt x="857" y="2287"/>
                      </a:cubicBezTo>
                      <a:cubicBezTo>
                        <a:pt x="857" y="2573"/>
                        <a:pt x="834" y="2835"/>
                        <a:pt x="786" y="3073"/>
                      </a:cubicBezTo>
                      <a:lnTo>
                        <a:pt x="2120" y="3073"/>
                      </a:lnTo>
                      <a:lnTo>
                        <a:pt x="212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1295658" y="3407083"/>
                  <a:ext cx="303230" cy="293825"/>
                </a:xfrm>
                <a:custGeom>
                  <a:rect b="b" l="l" r="r" t="t"/>
                  <a:pathLst>
                    <a:path extrusionOk="0" h="8216" w="8479">
                      <a:moveTo>
                        <a:pt x="334" y="0"/>
                      </a:moveTo>
                      <a:cubicBezTo>
                        <a:pt x="167" y="0"/>
                        <a:pt x="1" y="143"/>
                        <a:pt x="1" y="333"/>
                      </a:cubicBezTo>
                      <a:lnTo>
                        <a:pt x="1" y="4120"/>
                      </a:lnTo>
                      <a:cubicBezTo>
                        <a:pt x="334" y="4025"/>
                        <a:pt x="667" y="3977"/>
                        <a:pt x="1025" y="3977"/>
                      </a:cubicBezTo>
                      <a:cubicBezTo>
                        <a:pt x="1691" y="3977"/>
                        <a:pt x="2311" y="4144"/>
                        <a:pt x="2834" y="4453"/>
                      </a:cubicBezTo>
                      <a:lnTo>
                        <a:pt x="6097" y="4453"/>
                      </a:lnTo>
                      <a:cubicBezTo>
                        <a:pt x="6288" y="4453"/>
                        <a:pt x="6454" y="4620"/>
                        <a:pt x="6454" y="4811"/>
                      </a:cubicBezTo>
                      <a:lnTo>
                        <a:pt x="6454" y="8216"/>
                      </a:lnTo>
                      <a:lnTo>
                        <a:pt x="8121" y="8216"/>
                      </a:lnTo>
                      <a:cubicBezTo>
                        <a:pt x="8312" y="8216"/>
                        <a:pt x="8478" y="8073"/>
                        <a:pt x="8478" y="7883"/>
                      </a:cubicBezTo>
                      <a:lnTo>
                        <a:pt x="8478" y="1810"/>
                      </a:lnTo>
                      <a:cubicBezTo>
                        <a:pt x="8478" y="1715"/>
                        <a:pt x="8431" y="1619"/>
                        <a:pt x="8359" y="1548"/>
                      </a:cubicBezTo>
                      <a:cubicBezTo>
                        <a:pt x="8359" y="1548"/>
                        <a:pt x="6907" y="95"/>
                        <a:pt x="6883" y="95"/>
                      </a:cubicBezTo>
                      <a:cubicBezTo>
                        <a:pt x="6835" y="24"/>
                        <a:pt x="6740" y="0"/>
                        <a:pt x="6669" y="0"/>
                      </a:cubicBezTo>
                      <a:lnTo>
                        <a:pt x="6669" y="3382"/>
                      </a:lnTo>
                      <a:cubicBezTo>
                        <a:pt x="6669" y="3548"/>
                        <a:pt x="6526" y="3715"/>
                        <a:pt x="6335" y="3715"/>
                      </a:cubicBezTo>
                      <a:lnTo>
                        <a:pt x="1453" y="3715"/>
                      </a:lnTo>
                      <a:cubicBezTo>
                        <a:pt x="1263" y="3715"/>
                        <a:pt x="1120" y="3548"/>
                        <a:pt x="1120" y="3382"/>
                      </a:cubicBez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1181536" y="3730709"/>
                  <a:ext cx="92875" cy="92875"/>
                </a:xfrm>
                <a:custGeom>
                  <a:rect b="b" l="l" r="r" t="t"/>
                  <a:pathLst>
                    <a:path extrusionOk="0" h="2597" w="2597">
                      <a:moveTo>
                        <a:pt x="1143" y="0"/>
                      </a:moveTo>
                      <a:lnTo>
                        <a:pt x="310" y="858"/>
                      </a:lnTo>
                      <a:cubicBezTo>
                        <a:pt x="119" y="1048"/>
                        <a:pt x="0" y="1310"/>
                        <a:pt x="0" y="1572"/>
                      </a:cubicBezTo>
                      <a:cubicBezTo>
                        <a:pt x="0" y="2144"/>
                        <a:pt x="477" y="2596"/>
                        <a:pt x="1024" y="2596"/>
                      </a:cubicBezTo>
                      <a:cubicBezTo>
                        <a:pt x="1310" y="2596"/>
                        <a:pt x="1572" y="2501"/>
                        <a:pt x="1763" y="2287"/>
                      </a:cubicBezTo>
                      <a:lnTo>
                        <a:pt x="2596" y="1453"/>
                      </a:lnTo>
                      <a:cubicBezTo>
                        <a:pt x="1977" y="1144"/>
                        <a:pt x="1477" y="620"/>
                        <a:pt x="11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1232642" y="3573134"/>
                  <a:ext cx="200163" cy="200198"/>
                </a:xfrm>
                <a:custGeom>
                  <a:rect b="b" l="l" r="r" t="t"/>
                  <a:pathLst>
                    <a:path extrusionOk="0" h="5598" w="5597">
                      <a:moveTo>
                        <a:pt x="2787" y="1"/>
                      </a:moveTo>
                      <a:cubicBezTo>
                        <a:pt x="1262" y="1"/>
                        <a:pt x="0" y="1263"/>
                        <a:pt x="0" y="2787"/>
                      </a:cubicBezTo>
                      <a:cubicBezTo>
                        <a:pt x="0" y="4335"/>
                        <a:pt x="1262" y="5597"/>
                        <a:pt x="2787" y="5597"/>
                      </a:cubicBezTo>
                      <a:cubicBezTo>
                        <a:pt x="4334" y="5597"/>
                        <a:pt x="5597" y="4335"/>
                        <a:pt x="5597" y="2787"/>
                      </a:cubicBezTo>
                      <a:cubicBezTo>
                        <a:pt x="5597" y="1263"/>
                        <a:pt x="4334" y="1"/>
                        <a:pt x="278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9" name="Google Shape;139;p2"/>
              <p:cNvGrpSpPr/>
              <p:nvPr/>
            </p:nvGrpSpPr>
            <p:grpSpPr>
              <a:xfrm>
                <a:off x="7294292" y="3346823"/>
                <a:ext cx="680376" cy="567683"/>
                <a:chOff x="1182394" y="2110792"/>
                <a:chExt cx="416490" cy="347506"/>
              </a:xfrm>
            </p:grpSpPr>
            <p:sp>
              <p:nvSpPr>
                <p:cNvPr id="140" name="Google Shape;140;p2"/>
                <p:cNvSpPr/>
                <p:nvPr/>
              </p:nvSpPr>
              <p:spPr>
                <a:xfrm>
                  <a:off x="1182394" y="2152529"/>
                  <a:ext cx="416490" cy="305769"/>
                </a:xfrm>
                <a:custGeom>
                  <a:rect b="b" l="l" r="r" t="t"/>
                  <a:pathLst>
                    <a:path extrusionOk="0" h="8550" w="11646">
                      <a:moveTo>
                        <a:pt x="334" y="0"/>
                      </a:moveTo>
                      <a:cubicBezTo>
                        <a:pt x="143" y="0"/>
                        <a:pt x="0" y="167"/>
                        <a:pt x="0" y="334"/>
                      </a:cubicBezTo>
                      <a:lnTo>
                        <a:pt x="0" y="7359"/>
                      </a:lnTo>
                      <a:cubicBezTo>
                        <a:pt x="0" y="7550"/>
                        <a:pt x="143" y="7716"/>
                        <a:pt x="334" y="7716"/>
                      </a:cubicBezTo>
                      <a:lnTo>
                        <a:pt x="4668" y="7716"/>
                      </a:lnTo>
                      <a:cubicBezTo>
                        <a:pt x="4811" y="8193"/>
                        <a:pt x="5263" y="8550"/>
                        <a:pt x="5811" y="8550"/>
                      </a:cubicBezTo>
                      <a:cubicBezTo>
                        <a:pt x="6359" y="8550"/>
                        <a:pt x="6811" y="8193"/>
                        <a:pt x="6954" y="7716"/>
                      </a:cubicBezTo>
                      <a:lnTo>
                        <a:pt x="11288" y="7716"/>
                      </a:lnTo>
                      <a:cubicBezTo>
                        <a:pt x="11479" y="7716"/>
                        <a:pt x="11645" y="7550"/>
                        <a:pt x="11645" y="7359"/>
                      </a:cubicBezTo>
                      <a:lnTo>
                        <a:pt x="11645" y="334"/>
                      </a:lnTo>
                      <a:cubicBezTo>
                        <a:pt x="11645" y="167"/>
                        <a:pt x="11479" y="0"/>
                        <a:pt x="11288" y="0"/>
                      </a:cubicBezTo>
                      <a:lnTo>
                        <a:pt x="10955" y="0"/>
                      </a:lnTo>
                      <a:lnTo>
                        <a:pt x="10955" y="5978"/>
                      </a:lnTo>
                      <a:cubicBezTo>
                        <a:pt x="10955" y="6549"/>
                        <a:pt x="10502" y="7002"/>
                        <a:pt x="9955" y="7002"/>
                      </a:cubicBezTo>
                      <a:lnTo>
                        <a:pt x="1667" y="7002"/>
                      </a:lnTo>
                      <a:cubicBezTo>
                        <a:pt x="1119" y="7002"/>
                        <a:pt x="667" y="6549"/>
                        <a:pt x="667" y="5978"/>
                      </a:cubicBezTo>
                      <a:lnTo>
                        <a:pt x="66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1402127" y="2110792"/>
                  <a:ext cx="147377" cy="268326"/>
                </a:xfrm>
                <a:custGeom>
                  <a:rect b="b" l="l" r="r" t="t"/>
                  <a:pathLst>
                    <a:path extrusionOk="0" h="7503" w="4121">
                      <a:moveTo>
                        <a:pt x="2763" y="1358"/>
                      </a:moveTo>
                      <a:cubicBezTo>
                        <a:pt x="2953" y="1358"/>
                        <a:pt x="3096" y="1501"/>
                        <a:pt x="3096" y="1691"/>
                      </a:cubicBezTo>
                      <a:lnTo>
                        <a:pt x="3096" y="3073"/>
                      </a:lnTo>
                      <a:cubicBezTo>
                        <a:pt x="3096" y="3263"/>
                        <a:pt x="2953" y="3406"/>
                        <a:pt x="2763" y="3406"/>
                      </a:cubicBezTo>
                      <a:lnTo>
                        <a:pt x="1358" y="3406"/>
                      </a:lnTo>
                      <a:cubicBezTo>
                        <a:pt x="1191" y="3406"/>
                        <a:pt x="1024" y="3263"/>
                        <a:pt x="1024" y="3073"/>
                      </a:cubicBezTo>
                      <a:lnTo>
                        <a:pt x="1024" y="1691"/>
                      </a:lnTo>
                      <a:cubicBezTo>
                        <a:pt x="1024" y="1501"/>
                        <a:pt x="1191" y="1358"/>
                        <a:pt x="1358" y="1358"/>
                      </a:cubicBezTo>
                      <a:close/>
                      <a:moveTo>
                        <a:pt x="2763" y="4097"/>
                      </a:moveTo>
                      <a:cubicBezTo>
                        <a:pt x="2953" y="4097"/>
                        <a:pt x="3096" y="4239"/>
                        <a:pt x="3096" y="4430"/>
                      </a:cubicBezTo>
                      <a:cubicBezTo>
                        <a:pt x="3096" y="4621"/>
                        <a:pt x="2953" y="4763"/>
                        <a:pt x="2763" y="4763"/>
                      </a:cubicBezTo>
                      <a:lnTo>
                        <a:pt x="1358" y="4763"/>
                      </a:lnTo>
                      <a:cubicBezTo>
                        <a:pt x="1191" y="4763"/>
                        <a:pt x="1024" y="4621"/>
                        <a:pt x="1024" y="4430"/>
                      </a:cubicBezTo>
                      <a:cubicBezTo>
                        <a:pt x="1024" y="4239"/>
                        <a:pt x="1191" y="4097"/>
                        <a:pt x="1358" y="4097"/>
                      </a:cubicBezTo>
                      <a:close/>
                      <a:moveTo>
                        <a:pt x="2763" y="5454"/>
                      </a:moveTo>
                      <a:cubicBezTo>
                        <a:pt x="2953" y="5454"/>
                        <a:pt x="3096" y="5597"/>
                        <a:pt x="3096" y="5787"/>
                      </a:cubicBezTo>
                      <a:cubicBezTo>
                        <a:pt x="3096" y="5978"/>
                        <a:pt x="2953" y="6145"/>
                        <a:pt x="2763" y="6145"/>
                      </a:cubicBezTo>
                      <a:lnTo>
                        <a:pt x="1358" y="6145"/>
                      </a:lnTo>
                      <a:cubicBezTo>
                        <a:pt x="1191" y="6145"/>
                        <a:pt x="1024" y="5978"/>
                        <a:pt x="1024" y="5787"/>
                      </a:cubicBezTo>
                      <a:cubicBezTo>
                        <a:pt x="1024" y="5597"/>
                        <a:pt x="1191" y="5454"/>
                        <a:pt x="1358" y="5454"/>
                      </a:cubicBezTo>
                      <a:close/>
                      <a:moveTo>
                        <a:pt x="0" y="1"/>
                      </a:moveTo>
                      <a:lnTo>
                        <a:pt x="0" y="7502"/>
                      </a:lnTo>
                      <a:lnTo>
                        <a:pt x="3811" y="7502"/>
                      </a:lnTo>
                      <a:cubicBezTo>
                        <a:pt x="3977" y="7502"/>
                        <a:pt x="4120" y="7335"/>
                        <a:pt x="4120" y="7169"/>
                      </a:cubicBezTo>
                      <a:lnTo>
                        <a:pt x="4120" y="334"/>
                      </a:lnTo>
                      <a:cubicBezTo>
                        <a:pt x="4120" y="143"/>
                        <a:pt x="3977" y="1"/>
                        <a:pt x="381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2"/>
                <p:cNvSpPr/>
                <p:nvPr/>
              </p:nvSpPr>
              <p:spPr>
                <a:xfrm>
                  <a:off x="1463426" y="2184036"/>
                  <a:ext cx="24748" cy="23889"/>
                </a:xfrm>
                <a:custGeom>
                  <a:rect b="b" l="l" r="r" t="t"/>
                  <a:pathLst>
                    <a:path extrusionOk="0" h="668" w="692">
                      <a:moveTo>
                        <a:pt x="1" y="1"/>
                      </a:moveTo>
                      <a:lnTo>
                        <a:pt x="1" y="667"/>
                      </a:lnTo>
                      <a:lnTo>
                        <a:pt x="692" y="667"/>
                      </a:lnTo>
                      <a:lnTo>
                        <a:pt x="69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2"/>
                <p:cNvSpPr/>
                <p:nvPr/>
              </p:nvSpPr>
              <p:spPr>
                <a:xfrm>
                  <a:off x="1230925" y="2110792"/>
                  <a:ext cx="147377" cy="268326"/>
                </a:xfrm>
                <a:custGeom>
                  <a:rect b="b" l="l" r="r" t="t"/>
                  <a:pathLst>
                    <a:path extrusionOk="0" h="7503" w="4121">
                      <a:moveTo>
                        <a:pt x="2763" y="1358"/>
                      </a:moveTo>
                      <a:cubicBezTo>
                        <a:pt x="2930" y="1358"/>
                        <a:pt x="3096" y="1501"/>
                        <a:pt x="3096" y="1691"/>
                      </a:cubicBezTo>
                      <a:cubicBezTo>
                        <a:pt x="3096" y="1882"/>
                        <a:pt x="2930" y="2049"/>
                        <a:pt x="2763" y="2049"/>
                      </a:cubicBezTo>
                      <a:lnTo>
                        <a:pt x="1358" y="2049"/>
                      </a:lnTo>
                      <a:cubicBezTo>
                        <a:pt x="1168" y="2049"/>
                        <a:pt x="1025" y="1882"/>
                        <a:pt x="1025" y="1691"/>
                      </a:cubicBezTo>
                      <a:cubicBezTo>
                        <a:pt x="1025" y="1501"/>
                        <a:pt x="1168" y="1358"/>
                        <a:pt x="1358" y="1358"/>
                      </a:cubicBezTo>
                      <a:close/>
                      <a:moveTo>
                        <a:pt x="2763" y="2715"/>
                      </a:moveTo>
                      <a:cubicBezTo>
                        <a:pt x="2930" y="2715"/>
                        <a:pt x="3096" y="2882"/>
                        <a:pt x="3096" y="3073"/>
                      </a:cubicBezTo>
                      <a:cubicBezTo>
                        <a:pt x="3096" y="3263"/>
                        <a:pt x="2930" y="3406"/>
                        <a:pt x="2763" y="3406"/>
                      </a:cubicBezTo>
                      <a:lnTo>
                        <a:pt x="1358" y="3406"/>
                      </a:lnTo>
                      <a:cubicBezTo>
                        <a:pt x="1168" y="3406"/>
                        <a:pt x="1025" y="3239"/>
                        <a:pt x="1025" y="3073"/>
                      </a:cubicBezTo>
                      <a:cubicBezTo>
                        <a:pt x="1025" y="2882"/>
                        <a:pt x="1168" y="2715"/>
                        <a:pt x="1358" y="2715"/>
                      </a:cubicBezTo>
                      <a:close/>
                      <a:moveTo>
                        <a:pt x="2763" y="4097"/>
                      </a:moveTo>
                      <a:cubicBezTo>
                        <a:pt x="2930" y="4097"/>
                        <a:pt x="3096" y="4239"/>
                        <a:pt x="3096" y="4430"/>
                      </a:cubicBezTo>
                      <a:cubicBezTo>
                        <a:pt x="3096" y="4621"/>
                        <a:pt x="2930" y="4763"/>
                        <a:pt x="2763" y="4763"/>
                      </a:cubicBezTo>
                      <a:lnTo>
                        <a:pt x="1358" y="4763"/>
                      </a:lnTo>
                      <a:cubicBezTo>
                        <a:pt x="1168" y="4763"/>
                        <a:pt x="1025" y="4621"/>
                        <a:pt x="1025" y="4430"/>
                      </a:cubicBezTo>
                      <a:cubicBezTo>
                        <a:pt x="1025" y="4239"/>
                        <a:pt x="1168" y="4097"/>
                        <a:pt x="1358" y="4097"/>
                      </a:cubicBezTo>
                      <a:close/>
                      <a:moveTo>
                        <a:pt x="2763" y="5454"/>
                      </a:moveTo>
                      <a:cubicBezTo>
                        <a:pt x="2930" y="5454"/>
                        <a:pt x="3096" y="5597"/>
                        <a:pt x="3096" y="5787"/>
                      </a:cubicBezTo>
                      <a:cubicBezTo>
                        <a:pt x="3096" y="5978"/>
                        <a:pt x="2930" y="6145"/>
                        <a:pt x="2763" y="6145"/>
                      </a:cubicBezTo>
                      <a:lnTo>
                        <a:pt x="1358" y="6145"/>
                      </a:lnTo>
                      <a:cubicBezTo>
                        <a:pt x="1168" y="6145"/>
                        <a:pt x="1025" y="5978"/>
                        <a:pt x="1025" y="5787"/>
                      </a:cubicBezTo>
                      <a:cubicBezTo>
                        <a:pt x="1025" y="5597"/>
                        <a:pt x="1168" y="5454"/>
                        <a:pt x="1358" y="5454"/>
                      </a:cubicBezTo>
                      <a:close/>
                      <a:moveTo>
                        <a:pt x="310" y="1"/>
                      </a:moveTo>
                      <a:cubicBezTo>
                        <a:pt x="143" y="1"/>
                        <a:pt x="1" y="143"/>
                        <a:pt x="1" y="334"/>
                      </a:cubicBezTo>
                      <a:lnTo>
                        <a:pt x="1" y="7145"/>
                      </a:lnTo>
                      <a:cubicBezTo>
                        <a:pt x="1" y="7335"/>
                        <a:pt x="143" y="7502"/>
                        <a:pt x="310" y="7502"/>
                      </a:cubicBezTo>
                      <a:lnTo>
                        <a:pt x="4121" y="7502"/>
                      </a:lnTo>
                      <a:lnTo>
                        <a:pt x="412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4" name="Google Shape;144;p2"/>
            <p:cNvSpPr/>
            <p:nvPr/>
          </p:nvSpPr>
          <p:spPr>
            <a:xfrm>
              <a:off x="664350" y="5490337"/>
              <a:ext cx="2078100" cy="7155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Exo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Business Understanding</a:t>
              </a:r>
              <a:endParaRPr b="1" i="0" sz="1800" u="none" cap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434949" y="1508984"/>
              <a:ext cx="2078084" cy="70239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Ex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Exploratory Data Analysis</a:t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129931" y="5508722"/>
              <a:ext cx="2078084" cy="67873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Exo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Data Preprocessing</a:t>
              </a:r>
              <a:endParaRPr b="1" i="0" sz="1800" u="none" cap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793948" y="1525099"/>
              <a:ext cx="2394300" cy="7155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Exo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Machine Learning Modelling</a:t>
              </a:r>
              <a:endParaRPr b="1" i="0" sz="1800" u="none" cap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9400263" y="1651225"/>
              <a:ext cx="2165400" cy="463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Exo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Recommendations</a:t>
              </a:r>
              <a:endParaRPr b="1" i="0" sz="1600" u="none" cap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7654261" y="5506577"/>
              <a:ext cx="2078084" cy="67873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C84B31"/>
                </a:gs>
                <a:gs pos="100000">
                  <a:srgbClr val="C84B3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Exo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rPr>
                <a:t>Impact After Modelling</a:t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0" y="0"/>
            <a:ext cx="12192000" cy="86248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OUTLINE</a:t>
            </a:r>
            <a:endParaRPr/>
          </a:p>
        </p:txBody>
      </p:sp>
      <p:sp>
        <p:nvSpPr>
          <p:cNvPr id="151" name="Google Shape;151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18875" y="566000"/>
            <a:ext cx="12192000" cy="6291900"/>
          </a:xfrm>
          <a:prstGeom prst="rect">
            <a:avLst/>
          </a:prstGeom>
          <a:solidFill>
            <a:srgbClr val="FFFFFF">
              <a:alpha val="8771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995264" y="120278"/>
            <a:ext cx="41665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Business Understanding | </a:t>
            </a:r>
            <a:r>
              <a:rPr b="0" i="0" lang="en-US" sz="1600" u="none" cap="none" strike="noStrike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Who are we?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6127507" y="3436118"/>
            <a:ext cx="512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"/>
          <p:cNvPicPr preferRelativeResize="0"/>
          <p:nvPr/>
        </p:nvPicPr>
        <p:blipFill rotWithShape="1">
          <a:blip r:embed="rId4">
            <a:alphaModFix/>
          </a:blip>
          <a:srcRect b="13002" l="2029" r="2696" t="6436"/>
          <a:stretch/>
        </p:blipFill>
        <p:spPr>
          <a:xfrm>
            <a:off x="7596900" y="1065000"/>
            <a:ext cx="2996400" cy="253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65" name="Google Shape;16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1825" y="4751312"/>
            <a:ext cx="1906550" cy="10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6">
            <a:alphaModFix/>
          </a:blip>
          <a:srcRect b="4783" l="13794" r="12475" t="12599"/>
          <a:stretch/>
        </p:blipFill>
        <p:spPr>
          <a:xfrm>
            <a:off x="1524000" y="1711011"/>
            <a:ext cx="3606300" cy="2371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1D4D9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3"/>
          <p:cNvSpPr txBox="1"/>
          <p:nvPr/>
        </p:nvSpPr>
        <p:spPr>
          <a:xfrm>
            <a:off x="1723960" y="4397133"/>
            <a:ext cx="32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Team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7245275" y="3711400"/>
            <a:ext cx="38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E-commerce Elektronik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7245275" y="5835213"/>
            <a:ext cx="38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Has its own delivery fleet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1" name="Google Shape;171;p3"/>
          <p:cNvGrpSpPr/>
          <p:nvPr/>
        </p:nvGrpSpPr>
        <p:grpSpPr>
          <a:xfrm>
            <a:off x="745011" y="5065106"/>
            <a:ext cx="5164296" cy="1201080"/>
            <a:chOff x="673762" y="5065106"/>
            <a:chExt cx="5164296" cy="1201080"/>
          </a:xfrm>
        </p:grpSpPr>
        <p:grpSp>
          <p:nvGrpSpPr>
            <p:cNvPr id="172" name="Google Shape;172;p3"/>
            <p:cNvGrpSpPr/>
            <p:nvPr/>
          </p:nvGrpSpPr>
          <p:grpSpPr>
            <a:xfrm>
              <a:off x="723259" y="5069801"/>
              <a:ext cx="756612" cy="756612"/>
              <a:chOff x="-57568775" y="3198925"/>
              <a:chExt cx="318225" cy="318225"/>
            </a:xfrm>
          </p:grpSpPr>
          <p:sp>
            <p:nvSpPr>
              <p:cNvPr id="173" name="Google Shape;173;p3"/>
              <p:cNvSpPr/>
              <p:nvPr/>
            </p:nvSpPr>
            <p:spPr>
              <a:xfrm>
                <a:off x="-57530950" y="3373775"/>
                <a:ext cx="18125" cy="64600"/>
              </a:xfrm>
              <a:custGeom>
                <a:rect b="b" l="l" r="r" t="t"/>
                <a:pathLst>
                  <a:path extrusionOk="0" h="2584" w="725">
                    <a:moveTo>
                      <a:pt x="725" y="0"/>
                    </a:moveTo>
                    <a:cubicBezTo>
                      <a:pt x="315" y="284"/>
                      <a:pt x="0" y="725"/>
                      <a:pt x="0" y="1261"/>
                    </a:cubicBezTo>
                    <a:lnTo>
                      <a:pt x="0" y="1324"/>
                    </a:lnTo>
                    <a:cubicBezTo>
                      <a:pt x="0" y="1859"/>
                      <a:pt x="315" y="2332"/>
                      <a:pt x="725" y="2584"/>
                    </a:cubicBezTo>
                    <a:lnTo>
                      <a:pt x="725" y="1576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-57568775" y="3406850"/>
                <a:ext cx="99275" cy="110300"/>
              </a:xfrm>
              <a:custGeom>
                <a:rect b="b" l="l" r="r" t="t"/>
                <a:pathLst>
                  <a:path extrusionOk="0" h="4412" w="3971">
                    <a:moveTo>
                      <a:pt x="757" y="1"/>
                    </a:moveTo>
                    <a:cubicBezTo>
                      <a:pt x="285" y="473"/>
                      <a:pt x="1" y="1103"/>
                      <a:pt x="1" y="1796"/>
                    </a:cubicBezTo>
                    <a:cubicBezTo>
                      <a:pt x="1" y="3246"/>
                      <a:pt x="1198" y="4411"/>
                      <a:pt x="2616" y="4411"/>
                    </a:cubicBezTo>
                    <a:cubicBezTo>
                      <a:pt x="3120" y="4411"/>
                      <a:pt x="3561" y="4254"/>
                      <a:pt x="3971" y="4002"/>
                    </a:cubicBezTo>
                    <a:cubicBezTo>
                      <a:pt x="3435" y="3561"/>
                      <a:pt x="2994" y="2962"/>
                      <a:pt x="2710" y="2363"/>
                    </a:cubicBezTo>
                    <a:lnTo>
                      <a:pt x="1891" y="1891"/>
                    </a:lnTo>
                    <a:cubicBezTo>
                      <a:pt x="1230" y="1481"/>
                      <a:pt x="789" y="788"/>
                      <a:pt x="757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-57494725" y="3254850"/>
                <a:ext cx="207175" cy="262300"/>
              </a:xfrm>
              <a:custGeom>
                <a:rect b="b" l="l" r="r" t="t"/>
                <a:pathLst>
                  <a:path extrusionOk="0" h="10492" w="8287">
                    <a:moveTo>
                      <a:pt x="2647" y="5293"/>
                    </a:moveTo>
                    <a:cubicBezTo>
                      <a:pt x="2836" y="5293"/>
                      <a:pt x="2993" y="5451"/>
                      <a:pt x="2993" y="5640"/>
                    </a:cubicBezTo>
                    <a:cubicBezTo>
                      <a:pt x="2993" y="5829"/>
                      <a:pt x="2836" y="5986"/>
                      <a:pt x="2647" y="5986"/>
                    </a:cubicBezTo>
                    <a:cubicBezTo>
                      <a:pt x="2628" y="5989"/>
                      <a:pt x="2609" y="5990"/>
                      <a:pt x="2592" y="5990"/>
                    </a:cubicBezTo>
                    <a:cubicBezTo>
                      <a:pt x="2400" y="5990"/>
                      <a:pt x="2269" y="5841"/>
                      <a:pt x="2269" y="5640"/>
                    </a:cubicBezTo>
                    <a:cubicBezTo>
                      <a:pt x="2269" y="5451"/>
                      <a:pt x="2426" y="5293"/>
                      <a:pt x="2647" y="5293"/>
                    </a:cubicBezTo>
                    <a:close/>
                    <a:moveTo>
                      <a:pt x="5640" y="5324"/>
                    </a:moveTo>
                    <a:cubicBezTo>
                      <a:pt x="5829" y="5324"/>
                      <a:pt x="5986" y="5482"/>
                      <a:pt x="5986" y="5671"/>
                    </a:cubicBezTo>
                    <a:cubicBezTo>
                      <a:pt x="6018" y="5860"/>
                      <a:pt x="5860" y="6018"/>
                      <a:pt x="5640" y="6018"/>
                    </a:cubicBezTo>
                    <a:cubicBezTo>
                      <a:pt x="5419" y="6018"/>
                      <a:pt x="5262" y="5860"/>
                      <a:pt x="5262" y="5671"/>
                    </a:cubicBezTo>
                    <a:cubicBezTo>
                      <a:pt x="5262" y="5482"/>
                      <a:pt x="5419" y="5324"/>
                      <a:pt x="5640" y="5324"/>
                    </a:cubicBezTo>
                    <a:close/>
                    <a:moveTo>
                      <a:pt x="5191" y="7845"/>
                    </a:moveTo>
                    <a:cubicBezTo>
                      <a:pt x="5285" y="7845"/>
                      <a:pt x="5372" y="7876"/>
                      <a:pt x="5419" y="7939"/>
                    </a:cubicBezTo>
                    <a:cubicBezTo>
                      <a:pt x="5640" y="8065"/>
                      <a:pt x="5640" y="8317"/>
                      <a:pt x="5482" y="8475"/>
                    </a:cubicBezTo>
                    <a:cubicBezTo>
                      <a:pt x="5104" y="8822"/>
                      <a:pt x="4632" y="9011"/>
                      <a:pt x="4128" y="9011"/>
                    </a:cubicBezTo>
                    <a:cubicBezTo>
                      <a:pt x="3624" y="9011"/>
                      <a:pt x="3151" y="8822"/>
                      <a:pt x="2836" y="8475"/>
                    </a:cubicBezTo>
                    <a:cubicBezTo>
                      <a:pt x="2678" y="8317"/>
                      <a:pt x="2678" y="8065"/>
                      <a:pt x="2836" y="7939"/>
                    </a:cubicBezTo>
                    <a:cubicBezTo>
                      <a:pt x="2915" y="7876"/>
                      <a:pt x="3009" y="7845"/>
                      <a:pt x="3100" y="7845"/>
                    </a:cubicBezTo>
                    <a:cubicBezTo>
                      <a:pt x="3190" y="7845"/>
                      <a:pt x="3277" y="7876"/>
                      <a:pt x="3340" y="7939"/>
                    </a:cubicBezTo>
                    <a:cubicBezTo>
                      <a:pt x="3561" y="8160"/>
                      <a:pt x="3844" y="8270"/>
                      <a:pt x="4128" y="8270"/>
                    </a:cubicBezTo>
                    <a:cubicBezTo>
                      <a:pt x="4411" y="8270"/>
                      <a:pt x="4695" y="8160"/>
                      <a:pt x="4915" y="7939"/>
                    </a:cubicBezTo>
                    <a:cubicBezTo>
                      <a:pt x="4994" y="7876"/>
                      <a:pt x="5096" y="7845"/>
                      <a:pt x="5191" y="7845"/>
                    </a:cubicBezTo>
                    <a:close/>
                    <a:moveTo>
                      <a:pt x="1796" y="0"/>
                    </a:moveTo>
                    <a:cubicBezTo>
                      <a:pt x="1670" y="126"/>
                      <a:pt x="1135" y="504"/>
                      <a:pt x="1072" y="630"/>
                    </a:cubicBezTo>
                    <a:cubicBezTo>
                      <a:pt x="442" y="1260"/>
                      <a:pt x="0" y="2363"/>
                      <a:pt x="0" y="3403"/>
                    </a:cubicBezTo>
                    <a:lnTo>
                      <a:pt x="0" y="6396"/>
                    </a:lnTo>
                    <a:cubicBezTo>
                      <a:pt x="0" y="8632"/>
                      <a:pt x="1859" y="10491"/>
                      <a:pt x="4128" y="10491"/>
                    </a:cubicBezTo>
                    <a:cubicBezTo>
                      <a:pt x="6427" y="10491"/>
                      <a:pt x="8286" y="8632"/>
                      <a:pt x="8286" y="6396"/>
                    </a:cubicBezTo>
                    <a:lnTo>
                      <a:pt x="8286" y="4505"/>
                    </a:lnTo>
                    <a:cubicBezTo>
                      <a:pt x="8157" y="4513"/>
                      <a:pt x="8028" y="4517"/>
                      <a:pt x="7899" y="4517"/>
                    </a:cubicBezTo>
                    <a:cubicBezTo>
                      <a:pt x="6396" y="4517"/>
                      <a:pt x="4939" y="4009"/>
                      <a:pt x="3750" y="2993"/>
                    </a:cubicBezTo>
                    <a:cubicBezTo>
                      <a:pt x="2804" y="2206"/>
                      <a:pt x="2174" y="1103"/>
                      <a:pt x="1796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-57269475" y="3372975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1" y="1"/>
                    </a:moveTo>
                    <a:lnTo>
                      <a:pt x="1" y="2553"/>
                    </a:lnTo>
                    <a:cubicBezTo>
                      <a:pt x="442" y="2301"/>
                      <a:pt x="757" y="1828"/>
                      <a:pt x="757" y="1261"/>
                    </a:cubicBezTo>
                    <a:cubicBezTo>
                      <a:pt x="757" y="757"/>
                      <a:pt x="473" y="284"/>
                      <a:pt x="1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-57436450" y="3198925"/>
                <a:ext cx="185900" cy="154400"/>
              </a:xfrm>
              <a:custGeom>
                <a:rect b="b" l="l" r="r" t="t"/>
                <a:pathLst>
                  <a:path extrusionOk="0" h="6176" w="7436">
                    <a:moveTo>
                      <a:pt x="1828" y="0"/>
                    </a:moveTo>
                    <a:cubicBezTo>
                      <a:pt x="1198" y="0"/>
                      <a:pt x="568" y="126"/>
                      <a:pt x="1" y="315"/>
                    </a:cubicBezTo>
                    <a:cubicBezTo>
                      <a:pt x="1" y="977"/>
                      <a:pt x="127" y="1639"/>
                      <a:pt x="316" y="2237"/>
                    </a:cubicBezTo>
                    <a:cubicBezTo>
                      <a:pt x="631" y="3151"/>
                      <a:pt x="1167" y="3970"/>
                      <a:pt x="1923" y="4600"/>
                    </a:cubicBezTo>
                    <a:cubicBezTo>
                      <a:pt x="2710" y="5262"/>
                      <a:pt x="3655" y="5734"/>
                      <a:pt x="4632" y="5892"/>
                    </a:cubicBezTo>
                    <a:cubicBezTo>
                      <a:pt x="5073" y="5976"/>
                      <a:pt x="5262" y="5976"/>
                      <a:pt x="5507" y="5976"/>
                    </a:cubicBezTo>
                    <a:lnTo>
                      <a:pt x="5507" y="5976"/>
                    </a:lnTo>
                    <a:cubicBezTo>
                      <a:pt x="5630" y="5976"/>
                      <a:pt x="5766" y="5976"/>
                      <a:pt x="5955" y="5986"/>
                    </a:cubicBezTo>
                    <a:lnTo>
                      <a:pt x="6680" y="5986"/>
                    </a:lnTo>
                    <a:cubicBezTo>
                      <a:pt x="6963" y="5986"/>
                      <a:pt x="7215" y="6049"/>
                      <a:pt x="7436" y="6175"/>
                    </a:cubicBezTo>
                    <a:lnTo>
                      <a:pt x="7436" y="5671"/>
                    </a:lnTo>
                    <a:lnTo>
                      <a:pt x="7436" y="5640"/>
                    </a:lnTo>
                    <a:cubicBezTo>
                      <a:pt x="7436" y="2552"/>
                      <a:pt x="4916" y="0"/>
                      <a:pt x="1828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-57532525" y="3215450"/>
                <a:ext cx="77975" cy="148900"/>
              </a:xfrm>
              <a:custGeom>
                <a:rect b="b" l="l" r="r" t="t"/>
                <a:pathLst>
                  <a:path extrusionOk="0" h="5956" w="3119">
                    <a:moveTo>
                      <a:pt x="3056" y="1"/>
                    </a:moveTo>
                    <a:cubicBezTo>
                      <a:pt x="1260" y="946"/>
                      <a:pt x="0" y="2836"/>
                      <a:pt x="0" y="5010"/>
                    </a:cubicBezTo>
                    <a:lnTo>
                      <a:pt x="0" y="5199"/>
                    </a:lnTo>
                    <a:lnTo>
                      <a:pt x="0" y="5955"/>
                    </a:lnTo>
                    <a:lnTo>
                      <a:pt x="63" y="5955"/>
                    </a:lnTo>
                    <a:cubicBezTo>
                      <a:pt x="158" y="5829"/>
                      <a:pt x="284" y="5766"/>
                      <a:pt x="410" y="5672"/>
                    </a:cubicBezTo>
                    <a:lnTo>
                      <a:pt x="788" y="5451"/>
                    </a:lnTo>
                    <a:lnTo>
                      <a:pt x="788" y="4601"/>
                    </a:lnTo>
                    <a:cubicBezTo>
                      <a:pt x="914" y="3088"/>
                      <a:pt x="1828" y="1576"/>
                      <a:pt x="3119" y="789"/>
                    </a:cubicBezTo>
                    <a:cubicBezTo>
                      <a:pt x="3088" y="505"/>
                      <a:pt x="3056" y="253"/>
                      <a:pt x="3056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2489879" y="5069797"/>
              <a:ext cx="758514" cy="759049"/>
              <a:chOff x="-55595775" y="3982375"/>
              <a:chExt cx="319025" cy="319250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-55441400" y="3982375"/>
                <a:ext cx="125250" cy="145175"/>
              </a:xfrm>
              <a:custGeom>
                <a:rect b="b" l="l" r="r" t="t"/>
                <a:pathLst>
                  <a:path extrusionOk="0" h="5807" w="5010">
                    <a:moveTo>
                      <a:pt x="2038" y="1"/>
                    </a:moveTo>
                    <a:cubicBezTo>
                      <a:pt x="1277" y="1"/>
                      <a:pt x="574" y="302"/>
                      <a:pt x="1" y="797"/>
                    </a:cubicBezTo>
                    <a:cubicBezTo>
                      <a:pt x="2332" y="1081"/>
                      <a:pt x="4160" y="3003"/>
                      <a:pt x="4254" y="5365"/>
                    </a:cubicBezTo>
                    <a:cubicBezTo>
                      <a:pt x="4538" y="5491"/>
                      <a:pt x="4821" y="5586"/>
                      <a:pt x="5010" y="5807"/>
                    </a:cubicBezTo>
                    <a:lnTo>
                      <a:pt x="5010" y="3066"/>
                    </a:lnTo>
                    <a:cubicBezTo>
                      <a:pt x="5010" y="1585"/>
                      <a:pt x="3939" y="293"/>
                      <a:pt x="2521" y="41"/>
                    </a:cubicBezTo>
                    <a:cubicBezTo>
                      <a:pt x="2358" y="14"/>
                      <a:pt x="2197" y="1"/>
                      <a:pt x="2038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-55343725" y="4203125"/>
                <a:ext cx="66975" cy="41000"/>
              </a:xfrm>
              <a:custGeom>
                <a:rect b="b" l="l" r="r" t="t"/>
                <a:pathLst>
                  <a:path extrusionOk="0" h="1640" w="2679">
                    <a:moveTo>
                      <a:pt x="1418" y="1"/>
                    </a:moveTo>
                    <a:cubicBezTo>
                      <a:pt x="1135" y="379"/>
                      <a:pt x="757" y="663"/>
                      <a:pt x="284" y="789"/>
                    </a:cubicBezTo>
                    <a:cubicBezTo>
                      <a:pt x="190" y="1072"/>
                      <a:pt x="127" y="1387"/>
                      <a:pt x="1" y="1639"/>
                    </a:cubicBezTo>
                    <a:lnTo>
                      <a:pt x="2300" y="1639"/>
                    </a:lnTo>
                    <a:cubicBezTo>
                      <a:pt x="2458" y="1639"/>
                      <a:pt x="2615" y="1545"/>
                      <a:pt x="2647" y="1387"/>
                    </a:cubicBezTo>
                    <a:cubicBezTo>
                      <a:pt x="2678" y="1167"/>
                      <a:pt x="2615" y="1009"/>
                      <a:pt x="2458" y="946"/>
                    </a:cubicBezTo>
                    <a:cubicBezTo>
                      <a:pt x="2017" y="757"/>
                      <a:pt x="1670" y="379"/>
                      <a:pt x="1418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-55557950" y="4019625"/>
                <a:ext cx="147300" cy="94525"/>
              </a:xfrm>
              <a:custGeom>
                <a:rect b="b" l="l" r="r" t="t"/>
                <a:pathLst>
                  <a:path extrusionOk="0" h="3781" w="5892">
                    <a:moveTo>
                      <a:pt x="4064" y="0"/>
                    </a:moveTo>
                    <a:cubicBezTo>
                      <a:pt x="1922" y="63"/>
                      <a:pt x="189" y="1702"/>
                      <a:pt x="0" y="3781"/>
                    </a:cubicBezTo>
                    <a:lnTo>
                      <a:pt x="2584" y="3749"/>
                    </a:lnTo>
                    <a:cubicBezTo>
                      <a:pt x="3938" y="3749"/>
                      <a:pt x="5135" y="2930"/>
                      <a:pt x="5671" y="1670"/>
                    </a:cubicBezTo>
                    <a:cubicBezTo>
                      <a:pt x="5829" y="1261"/>
                      <a:pt x="5892" y="882"/>
                      <a:pt x="5892" y="441"/>
                    </a:cubicBezTo>
                    <a:cubicBezTo>
                      <a:pt x="5356" y="158"/>
                      <a:pt x="4726" y="0"/>
                      <a:pt x="4064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-55557950" y="4042450"/>
                <a:ext cx="206375" cy="259175"/>
              </a:xfrm>
              <a:custGeom>
                <a:rect b="b" l="l" r="r" t="t"/>
                <a:pathLst>
                  <a:path extrusionOk="0" h="10367" w="8255">
                    <a:moveTo>
                      <a:pt x="2584" y="4349"/>
                    </a:moveTo>
                    <a:cubicBezTo>
                      <a:pt x="2773" y="4349"/>
                      <a:pt x="2993" y="4475"/>
                      <a:pt x="2993" y="4695"/>
                    </a:cubicBezTo>
                    <a:cubicBezTo>
                      <a:pt x="2993" y="4884"/>
                      <a:pt x="2836" y="5073"/>
                      <a:pt x="2615" y="5073"/>
                    </a:cubicBezTo>
                    <a:cubicBezTo>
                      <a:pt x="2395" y="5073"/>
                      <a:pt x="2237" y="4916"/>
                      <a:pt x="2237" y="4727"/>
                    </a:cubicBezTo>
                    <a:cubicBezTo>
                      <a:pt x="2237" y="4538"/>
                      <a:pt x="2395" y="4349"/>
                      <a:pt x="2584" y="4349"/>
                    </a:cubicBezTo>
                    <a:close/>
                    <a:moveTo>
                      <a:pt x="5545" y="4349"/>
                    </a:moveTo>
                    <a:cubicBezTo>
                      <a:pt x="5734" y="4349"/>
                      <a:pt x="5923" y="4506"/>
                      <a:pt x="5923" y="4695"/>
                    </a:cubicBezTo>
                    <a:cubicBezTo>
                      <a:pt x="5986" y="4884"/>
                      <a:pt x="5829" y="5042"/>
                      <a:pt x="5577" y="5073"/>
                    </a:cubicBezTo>
                    <a:cubicBezTo>
                      <a:pt x="5388" y="5073"/>
                      <a:pt x="5198" y="4916"/>
                      <a:pt x="5198" y="4727"/>
                    </a:cubicBezTo>
                    <a:cubicBezTo>
                      <a:pt x="5198" y="4538"/>
                      <a:pt x="5356" y="4349"/>
                      <a:pt x="5545" y="4349"/>
                    </a:cubicBezTo>
                    <a:close/>
                    <a:moveTo>
                      <a:pt x="5191" y="6908"/>
                    </a:moveTo>
                    <a:cubicBezTo>
                      <a:pt x="5285" y="6908"/>
                      <a:pt x="5372" y="6948"/>
                      <a:pt x="5419" y="7027"/>
                    </a:cubicBezTo>
                    <a:cubicBezTo>
                      <a:pt x="5577" y="7121"/>
                      <a:pt x="5577" y="7373"/>
                      <a:pt x="5451" y="7531"/>
                    </a:cubicBezTo>
                    <a:cubicBezTo>
                      <a:pt x="5104" y="7877"/>
                      <a:pt x="4631" y="8066"/>
                      <a:pt x="4159" y="8066"/>
                    </a:cubicBezTo>
                    <a:cubicBezTo>
                      <a:pt x="3655" y="8066"/>
                      <a:pt x="3182" y="7877"/>
                      <a:pt x="2836" y="7531"/>
                    </a:cubicBezTo>
                    <a:cubicBezTo>
                      <a:pt x="2678" y="7373"/>
                      <a:pt x="2678" y="7121"/>
                      <a:pt x="2836" y="7027"/>
                    </a:cubicBezTo>
                    <a:cubicBezTo>
                      <a:pt x="2914" y="6948"/>
                      <a:pt x="3009" y="6908"/>
                      <a:pt x="3099" y="6908"/>
                    </a:cubicBezTo>
                    <a:cubicBezTo>
                      <a:pt x="3190" y="6908"/>
                      <a:pt x="3277" y="6948"/>
                      <a:pt x="3340" y="7027"/>
                    </a:cubicBezTo>
                    <a:cubicBezTo>
                      <a:pt x="3556" y="7227"/>
                      <a:pt x="3848" y="7322"/>
                      <a:pt x="4133" y="7322"/>
                    </a:cubicBezTo>
                    <a:cubicBezTo>
                      <a:pt x="4431" y="7322"/>
                      <a:pt x="4722" y="7219"/>
                      <a:pt x="4915" y="7027"/>
                    </a:cubicBezTo>
                    <a:cubicBezTo>
                      <a:pt x="4994" y="6948"/>
                      <a:pt x="5096" y="6908"/>
                      <a:pt x="5191" y="6908"/>
                    </a:cubicBezTo>
                    <a:close/>
                    <a:moveTo>
                      <a:pt x="6616" y="1"/>
                    </a:moveTo>
                    <a:cubicBezTo>
                      <a:pt x="6553" y="348"/>
                      <a:pt x="6490" y="726"/>
                      <a:pt x="6333" y="1072"/>
                    </a:cubicBezTo>
                    <a:cubicBezTo>
                      <a:pt x="5703" y="2584"/>
                      <a:pt x="4253" y="3624"/>
                      <a:pt x="2584" y="3624"/>
                    </a:cubicBezTo>
                    <a:lnTo>
                      <a:pt x="0" y="3656"/>
                    </a:lnTo>
                    <a:lnTo>
                      <a:pt x="32" y="6302"/>
                    </a:lnTo>
                    <a:cubicBezTo>
                      <a:pt x="63" y="8520"/>
                      <a:pt x="1891" y="10366"/>
                      <a:pt x="4103" y="10366"/>
                    </a:cubicBezTo>
                    <a:cubicBezTo>
                      <a:pt x="4121" y="10366"/>
                      <a:pt x="4140" y="10366"/>
                      <a:pt x="4159" y="10366"/>
                    </a:cubicBezTo>
                    <a:cubicBezTo>
                      <a:pt x="6396" y="10335"/>
                      <a:pt x="8254" y="8476"/>
                      <a:pt x="8223" y="6239"/>
                    </a:cubicBezTo>
                    <a:lnTo>
                      <a:pt x="8191" y="3246"/>
                    </a:lnTo>
                    <a:cubicBezTo>
                      <a:pt x="8191" y="1891"/>
                      <a:pt x="7561" y="757"/>
                      <a:pt x="6616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-55335050" y="4136200"/>
                <a:ext cx="18900" cy="64600"/>
              </a:xfrm>
              <a:custGeom>
                <a:rect b="b" l="l" r="r" t="t"/>
                <a:pathLst>
                  <a:path extrusionOk="0" h="2584" w="756">
                    <a:moveTo>
                      <a:pt x="0" y="0"/>
                    </a:moveTo>
                    <a:lnTo>
                      <a:pt x="0" y="2426"/>
                    </a:lnTo>
                    <a:lnTo>
                      <a:pt x="0" y="2583"/>
                    </a:lnTo>
                    <a:cubicBezTo>
                      <a:pt x="441" y="2331"/>
                      <a:pt x="756" y="1859"/>
                      <a:pt x="756" y="1292"/>
                    </a:cubicBezTo>
                    <a:cubicBezTo>
                      <a:pt x="756" y="756"/>
                      <a:pt x="441" y="284"/>
                      <a:pt x="0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-55595775" y="4136975"/>
                <a:ext cx="18925" cy="65400"/>
              </a:xfrm>
              <a:custGeom>
                <a:rect b="b" l="l" r="r" t="t"/>
                <a:pathLst>
                  <a:path extrusionOk="0" h="2616" w="757">
                    <a:moveTo>
                      <a:pt x="757" y="1"/>
                    </a:moveTo>
                    <a:cubicBezTo>
                      <a:pt x="284" y="284"/>
                      <a:pt x="1" y="757"/>
                      <a:pt x="1" y="1292"/>
                    </a:cubicBezTo>
                    <a:cubicBezTo>
                      <a:pt x="1" y="1859"/>
                      <a:pt x="316" y="2332"/>
                      <a:pt x="757" y="2615"/>
                    </a:cubicBezTo>
                    <a:lnTo>
                      <a:pt x="757" y="1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" name="Google Shape;186;p3"/>
            <p:cNvGrpSpPr/>
            <p:nvPr/>
          </p:nvGrpSpPr>
          <p:grpSpPr>
            <a:xfrm>
              <a:off x="4167504" y="5065106"/>
              <a:ext cx="664836" cy="758514"/>
              <a:chOff x="-53224225" y="3976300"/>
              <a:chExt cx="279625" cy="319025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-53224225" y="4132250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756" y="1"/>
                    </a:moveTo>
                    <a:cubicBezTo>
                      <a:pt x="315" y="284"/>
                      <a:pt x="0" y="757"/>
                      <a:pt x="0" y="1292"/>
                    </a:cubicBezTo>
                    <a:cubicBezTo>
                      <a:pt x="0" y="1796"/>
                      <a:pt x="315" y="2269"/>
                      <a:pt x="756" y="2552"/>
                    </a:cubicBezTo>
                    <a:lnTo>
                      <a:pt x="756" y="239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-53185625" y="4014900"/>
                <a:ext cx="204800" cy="117375"/>
              </a:xfrm>
              <a:custGeom>
                <a:rect b="b" l="l" r="r" t="t"/>
                <a:pathLst>
                  <a:path extrusionOk="0" h="4695" w="8192">
                    <a:moveTo>
                      <a:pt x="4096" y="0"/>
                    </a:moveTo>
                    <a:cubicBezTo>
                      <a:pt x="1859" y="0"/>
                      <a:pt x="0" y="1859"/>
                      <a:pt x="0" y="4096"/>
                    </a:cubicBezTo>
                    <a:lnTo>
                      <a:pt x="0" y="4695"/>
                    </a:lnTo>
                    <a:lnTo>
                      <a:pt x="1638" y="3088"/>
                    </a:lnTo>
                    <a:cubicBezTo>
                      <a:pt x="1675" y="3014"/>
                      <a:pt x="1755" y="2983"/>
                      <a:pt x="1847" y="2983"/>
                    </a:cubicBezTo>
                    <a:cubicBezTo>
                      <a:pt x="1912" y="2983"/>
                      <a:pt x="1983" y="2999"/>
                      <a:pt x="2048" y="3025"/>
                    </a:cubicBezTo>
                    <a:cubicBezTo>
                      <a:pt x="2662" y="3450"/>
                      <a:pt x="3371" y="3663"/>
                      <a:pt x="4080" y="3663"/>
                    </a:cubicBezTo>
                    <a:cubicBezTo>
                      <a:pt x="4789" y="3663"/>
                      <a:pt x="5498" y="3450"/>
                      <a:pt x="6112" y="3025"/>
                    </a:cubicBezTo>
                    <a:cubicBezTo>
                      <a:pt x="6174" y="2987"/>
                      <a:pt x="6241" y="2970"/>
                      <a:pt x="6307" y="2970"/>
                    </a:cubicBezTo>
                    <a:cubicBezTo>
                      <a:pt x="6409" y="2970"/>
                      <a:pt x="6508" y="3011"/>
                      <a:pt x="6585" y="3088"/>
                    </a:cubicBezTo>
                    <a:lnTo>
                      <a:pt x="8191" y="4695"/>
                    </a:lnTo>
                    <a:lnTo>
                      <a:pt x="8191" y="4096"/>
                    </a:lnTo>
                    <a:cubicBezTo>
                      <a:pt x="8191" y="1859"/>
                      <a:pt x="6333" y="0"/>
                      <a:pt x="4096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-53187200" y="4110200"/>
                <a:ext cx="205575" cy="185125"/>
              </a:xfrm>
              <a:custGeom>
                <a:rect b="b" l="l" r="r" t="t"/>
                <a:pathLst>
                  <a:path extrusionOk="0" h="7405" w="8223">
                    <a:moveTo>
                      <a:pt x="2615" y="1418"/>
                    </a:moveTo>
                    <a:cubicBezTo>
                      <a:pt x="2836" y="1418"/>
                      <a:pt x="2993" y="1576"/>
                      <a:pt x="2993" y="1796"/>
                    </a:cubicBezTo>
                    <a:cubicBezTo>
                      <a:pt x="2993" y="1985"/>
                      <a:pt x="2836" y="2143"/>
                      <a:pt x="2615" y="2143"/>
                    </a:cubicBezTo>
                    <a:cubicBezTo>
                      <a:pt x="2426" y="2143"/>
                      <a:pt x="2268" y="1985"/>
                      <a:pt x="2268" y="1796"/>
                    </a:cubicBezTo>
                    <a:cubicBezTo>
                      <a:pt x="2268" y="1576"/>
                      <a:pt x="2426" y="1418"/>
                      <a:pt x="2615" y="1418"/>
                    </a:cubicBezTo>
                    <a:close/>
                    <a:moveTo>
                      <a:pt x="5608" y="1418"/>
                    </a:moveTo>
                    <a:cubicBezTo>
                      <a:pt x="5829" y="1418"/>
                      <a:pt x="5986" y="1576"/>
                      <a:pt x="5986" y="1796"/>
                    </a:cubicBezTo>
                    <a:cubicBezTo>
                      <a:pt x="5986" y="1985"/>
                      <a:pt x="5829" y="2143"/>
                      <a:pt x="5608" y="2143"/>
                    </a:cubicBezTo>
                    <a:cubicBezTo>
                      <a:pt x="5419" y="2143"/>
                      <a:pt x="5261" y="1985"/>
                      <a:pt x="5261" y="1796"/>
                    </a:cubicBezTo>
                    <a:cubicBezTo>
                      <a:pt x="5261" y="1576"/>
                      <a:pt x="5419" y="1418"/>
                      <a:pt x="5608" y="1418"/>
                    </a:cubicBezTo>
                    <a:close/>
                    <a:moveTo>
                      <a:pt x="5179" y="3978"/>
                    </a:moveTo>
                    <a:cubicBezTo>
                      <a:pt x="5269" y="3978"/>
                      <a:pt x="5356" y="4017"/>
                      <a:pt x="5419" y="4096"/>
                    </a:cubicBezTo>
                    <a:cubicBezTo>
                      <a:pt x="5576" y="4222"/>
                      <a:pt x="5576" y="4474"/>
                      <a:pt x="5450" y="4632"/>
                    </a:cubicBezTo>
                    <a:cubicBezTo>
                      <a:pt x="5104" y="4978"/>
                      <a:pt x="4631" y="5167"/>
                      <a:pt x="4159" y="5167"/>
                    </a:cubicBezTo>
                    <a:cubicBezTo>
                      <a:pt x="3655" y="5167"/>
                      <a:pt x="3182" y="4978"/>
                      <a:pt x="2836" y="4632"/>
                    </a:cubicBezTo>
                    <a:cubicBezTo>
                      <a:pt x="2678" y="4474"/>
                      <a:pt x="2678" y="4222"/>
                      <a:pt x="2836" y="4096"/>
                    </a:cubicBezTo>
                    <a:cubicBezTo>
                      <a:pt x="2914" y="4017"/>
                      <a:pt x="3009" y="3978"/>
                      <a:pt x="3099" y="3978"/>
                    </a:cubicBezTo>
                    <a:cubicBezTo>
                      <a:pt x="3190" y="3978"/>
                      <a:pt x="3277" y="4017"/>
                      <a:pt x="3340" y="4096"/>
                    </a:cubicBezTo>
                    <a:cubicBezTo>
                      <a:pt x="3560" y="4317"/>
                      <a:pt x="3844" y="4427"/>
                      <a:pt x="4127" y="4427"/>
                    </a:cubicBezTo>
                    <a:cubicBezTo>
                      <a:pt x="4411" y="4427"/>
                      <a:pt x="4694" y="4317"/>
                      <a:pt x="4915" y="4096"/>
                    </a:cubicBezTo>
                    <a:cubicBezTo>
                      <a:pt x="4994" y="4017"/>
                      <a:pt x="5088" y="3978"/>
                      <a:pt x="5179" y="3978"/>
                    </a:cubicBezTo>
                    <a:close/>
                    <a:moveTo>
                      <a:pt x="1922" y="0"/>
                    </a:moveTo>
                    <a:lnTo>
                      <a:pt x="0" y="1954"/>
                    </a:lnTo>
                    <a:lnTo>
                      <a:pt x="0" y="3277"/>
                    </a:lnTo>
                    <a:cubicBezTo>
                      <a:pt x="0" y="5514"/>
                      <a:pt x="1827" y="7404"/>
                      <a:pt x="4096" y="7404"/>
                    </a:cubicBezTo>
                    <a:cubicBezTo>
                      <a:pt x="6396" y="7404"/>
                      <a:pt x="8223" y="5514"/>
                      <a:pt x="8223" y="3277"/>
                    </a:cubicBezTo>
                    <a:lnTo>
                      <a:pt x="8223" y="1954"/>
                    </a:lnTo>
                    <a:lnTo>
                      <a:pt x="6301" y="0"/>
                    </a:lnTo>
                    <a:cubicBezTo>
                      <a:pt x="5624" y="394"/>
                      <a:pt x="4875" y="591"/>
                      <a:pt x="4123" y="591"/>
                    </a:cubicBezTo>
                    <a:cubicBezTo>
                      <a:pt x="3371" y="591"/>
                      <a:pt x="2615" y="394"/>
                      <a:pt x="1922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-53020225" y="4211800"/>
                <a:ext cx="74825" cy="83525"/>
              </a:xfrm>
              <a:custGeom>
                <a:rect b="b" l="l" r="r" t="t"/>
                <a:pathLst>
                  <a:path extrusionOk="0" h="3341" w="2993">
                    <a:moveTo>
                      <a:pt x="2174" y="1"/>
                    </a:moveTo>
                    <a:cubicBezTo>
                      <a:pt x="2016" y="1387"/>
                      <a:pt x="1197" y="2615"/>
                      <a:pt x="0" y="3340"/>
                    </a:cubicBezTo>
                    <a:lnTo>
                      <a:pt x="2647" y="3340"/>
                    </a:lnTo>
                    <a:cubicBezTo>
                      <a:pt x="2836" y="3340"/>
                      <a:pt x="2993" y="3183"/>
                      <a:pt x="2993" y="2993"/>
                    </a:cubicBezTo>
                    <a:lnTo>
                      <a:pt x="2993" y="2867"/>
                    </a:lnTo>
                    <a:cubicBezTo>
                      <a:pt x="2993" y="1859"/>
                      <a:pt x="2710" y="883"/>
                      <a:pt x="2174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-53224225" y="4211025"/>
                <a:ext cx="74850" cy="83500"/>
              </a:xfrm>
              <a:custGeom>
                <a:rect b="b" l="l" r="r" t="t"/>
                <a:pathLst>
                  <a:path extrusionOk="0" h="3340" w="2994">
                    <a:moveTo>
                      <a:pt x="851" y="0"/>
                    </a:moveTo>
                    <a:cubicBezTo>
                      <a:pt x="315" y="851"/>
                      <a:pt x="0" y="1796"/>
                      <a:pt x="0" y="2867"/>
                    </a:cubicBezTo>
                    <a:lnTo>
                      <a:pt x="0" y="2993"/>
                    </a:lnTo>
                    <a:cubicBezTo>
                      <a:pt x="0" y="3182"/>
                      <a:pt x="158" y="3340"/>
                      <a:pt x="378" y="3340"/>
                    </a:cubicBezTo>
                    <a:lnTo>
                      <a:pt x="2993" y="3340"/>
                    </a:lnTo>
                    <a:cubicBezTo>
                      <a:pt x="1859" y="2646"/>
                      <a:pt x="1040" y="1418"/>
                      <a:pt x="851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-52962725" y="4131475"/>
                <a:ext cx="18125" cy="63800"/>
              </a:xfrm>
              <a:custGeom>
                <a:rect b="b" l="l" r="r" t="t"/>
                <a:pathLst>
                  <a:path extrusionOk="0" h="2552" w="725">
                    <a:moveTo>
                      <a:pt x="0" y="0"/>
                    </a:moveTo>
                    <a:lnTo>
                      <a:pt x="0" y="2394"/>
                    </a:lnTo>
                    <a:lnTo>
                      <a:pt x="0" y="2552"/>
                    </a:lnTo>
                    <a:cubicBezTo>
                      <a:pt x="410" y="2300"/>
                      <a:pt x="725" y="1827"/>
                      <a:pt x="725" y="1292"/>
                    </a:cubicBezTo>
                    <a:cubicBezTo>
                      <a:pt x="725" y="725"/>
                      <a:pt x="410" y="252"/>
                      <a:pt x="0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-53125775" y="3976300"/>
                <a:ext cx="82725" cy="26800"/>
              </a:xfrm>
              <a:custGeom>
                <a:rect b="b" l="l" r="r" t="t"/>
                <a:pathLst>
                  <a:path extrusionOk="0" h="1072" w="3309">
                    <a:moveTo>
                      <a:pt x="1670" y="1"/>
                    </a:moveTo>
                    <a:cubicBezTo>
                      <a:pt x="914" y="1"/>
                      <a:pt x="284" y="442"/>
                      <a:pt x="0" y="1072"/>
                    </a:cubicBezTo>
                    <a:cubicBezTo>
                      <a:pt x="536" y="883"/>
                      <a:pt x="1072" y="757"/>
                      <a:pt x="1670" y="757"/>
                    </a:cubicBezTo>
                    <a:cubicBezTo>
                      <a:pt x="2269" y="757"/>
                      <a:pt x="2804" y="883"/>
                      <a:pt x="3308" y="1072"/>
                    </a:cubicBezTo>
                    <a:cubicBezTo>
                      <a:pt x="2993" y="442"/>
                      <a:pt x="2363" y="1"/>
                      <a:pt x="1670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3"/>
            <p:cNvGrpSpPr/>
            <p:nvPr/>
          </p:nvGrpSpPr>
          <p:grpSpPr>
            <a:xfrm>
              <a:off x="3344786" y="5065107"/>
              <a:ext cx="664836" cy="758454"/>
              <a:chOff x="-56766175" y="3198925"/>
              <a:chExt cx="279625" cy="319000"/>
            </a:xfrm>
          </p:grpSpPr>
          <p:sp>
            <p:nvSpPr>
              <p:cNvPr id="195" name="Google Shape;195;p3"/>
              <p:cNvSpPr/>
              <p:nvPr/>
            </p:nvSpPr>
            <p:spPr>
              <a:xfrm>
                <a:off x="-56766175" y="3335975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757" y="0"/>
                    </a:moveTo>
                    <a:cubicBezTo>
                      <a:pt x="316" y="221"/>
                      <a:pt x="1" y="693"/>
                      <a:pt x="1" y="1260"/>
                    </a:cubicBezTo>
                    <a:cubicBezTo>
                      <a:pt x="1" y="1796"/>
                      <a:pt x="316" y="2269"/>
                      <a:pt x="757" y="2552"/>
                    </a:cubicBezTo>
                    <a:lnTo>
                      <a:pt x="757" y="158"/>
                    </a:lnTo>
                    <a:lnTo>
                      <a:pt x="757" y="0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-56747275" y="3198925"/>
                <a:ext cx="222925" cy="93750"/>
              </a:xfrm>
              <a:custGeom>
                <a:rect b="b" l="l" r="r" t="t"/>
                <a:pathLst>
                  <a:path extrusionOk="0" h="3750" w="8917">
                    <a:moveTo>
                      <a:pt x="347" y="0"/>
                    </a:moveTo>
                    <a:cubicBezTo>
                      <a:pt x="158" y="0"/>
                      <a:pt x="1" y="158"/>
                      <a:pt x="32" y="347"/>
                    </a:cubicBezTo>
                    <a:cubicBezTo>
                      <a:pt x="410" y="2269"/>
                      <a:pt x="2080" y="3749"/>
                      <a:pt x="4096" y="3749"/>
                    </a:cubicBezTo>
                    <a:lnTo>
                      <a:pt x="8917" y="3749"/>
                    </a:lnTo>
                    <a:cubicBezTo>
                      <a:pt x="8728" y="1639"/>
                      <a:pt x="6995" y="0"/>
                      <a:pt x="4852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-56710250" y="3348575"/>
                <a:ext cx="55150" cy="55150"/>
              </a:xfrm>
              <a:custGeom>
                <a:rect b="b" l="l" r="r" t="t"/>
                <a:pathLst>
                  <a:path extrusionOk="0" h="2206" w="2206">
                    <a:moveTo>
                      <a:pt x="1103" y="0"/>
                    </a:moveTo>
                    <a:cubicBezTo>
                      <a:pt x="473" y="0"/>
                      <a:pt x="0" y="504"/>
                      <a:pt x="0" y="1103"/>
                    </a:cubicBezTo>
                    <a:cubicBezTo>
                      <a:pt x="0" y="1670"/>
                      <a:pt x="504" y="2206"/>
                      <a:pt x="1103" y="2206"/>
                    </a:cubicBezTo>
                    <a:cubicBezTo>
                      <a:pt x="1733" y="2206"/>
                      <a:pt x="2206" y="1702"/>
                      <a:pt x="2206" y="1103"/>
                    </a:cubicBezTo>
                    <a:cubicBezTo>
                      <a:pt x="2206" y="504"/>
                      <a:pt x="1733" y="0"/>
                      <a:pt x="1103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-56597625" y="3349350"/>
                <a:ext cx="55150" cy="55175"/>
              </a:xfrm>
              <a:custGeom>
                <a:rect b="b" l="l" r="r" t="t"/>
                <a:pathLst>
                  <a:path extrusionOk="0" h="2207" w="2206">
                    <a:moveTo>
                      <a:pt x="1103" y="1"/>
                    </a:moveTo>
                    <a:cubicBezTo>
                      <a:pt x="473" y="1"/>
                      <a:pt x="1" y="505"/>
                      <a:pt x="1" y="1103"/>
                    </a:cubicBezTo>
                    <a:cubicBezTo>
                      <a:pt x="1" y="1702"/>
                      <a:pt x="473" y="2206"/>
                      <a:pt x="1103" y="2206"/>
                    </a:cubicBezTo>
                    <a:cubicBezTo>
                      <a:pt x="1702" y="2206"/>
                      <a:pt x="2206" y="1702"/>
                      <a:pt x="2206" y="1103"/>
                    </a:cubicBezTo>
                    <a:cubicBezTo>
                      <a:pt x="2206" y="505"/>
                      <a:pt x="1702" y="1"/>
                      <a:pt x="1103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-56727575" y="3376925"/>
                <a:ext cx="204800" cy="141000"/>
              </a:xfrm>
              <a:custGeom>
                <a:rect b="b" l="l" r="r" t="t"/>
                <a:pathLst>
                  <a:path extrusionOk="0" h="5640" w="8192">
                    <a:moveTo>
                      <a:pt x="5104" y="2174"/>
                    </a:moveTo>
                    <a:cubicBezTo>
                      <a:pt x="5199" y="2174"/>
                      <a:pt x="5293" y="2206"/>
                      <a:pt x="5356" y="2269"/>
                    </a:cubicBezTo>
                    <a:cubicBezTo>
                      <a:pt x="5545" y="2395"/>
                      <a:pt x="5545" y="2647"/>
                      <a:pt x="5388" y="2804"/>
                    </a:cubicBezTo>
                    <a:cubicBezTo>
                      <a:pt x="5041" y="3151"/>
                      <a:pt x="4569" y="3340"/>
                      <a:pt x="4096" y="3340"/>
                    </a:cubicBezTo>
                    <a:cubicBezTo>
                      <a:pt x="3560" y="3340"/>
                      <a:pt x="3088" y="3151"/>
                      <a:pt x="2741" y="2804"/>
                    </a:cubicBezTo>
                    <a:cubicBezTo>
                      <a:pt x="2584" y="2647"/>
                      <a:pt x="2584" y="2395"/>
                      <a:pt x="2741" y="2269"/>
                    </a:cubicBezTo>
                    <a:cubicBezTo>
                      <a:pt x="2820" y="2206"/>
                      <a:pt x="2922" y="2174"/>
                      <a:pt x="3021" y="2174"/>
                    </a:cubicBezTo>
                    <a:cubicBezTo>
                      <a:pt x="3119" y="2174"/>
                      <a:pt x="3214" y="2206"/>
                      <a:pt x="3277" y="2269"/>
                    </a:cubicBezTo>
                    <a:cubicBezTo>
                      <a:pt x="3482" y="2489"/>
                      <a:pt x="3765" y="2600"/>
                      <a:pt x="4053" y="2600"/>
                    </a:cubicBezTo>
                    <a:cubicBezTo>
                      <a:pt x="4340" y="2600"/>
                      <a:pt x="4632" y="2489"/>
                      <a:pt x="4852" y="2269"/>
                    </a:cubicBezTo>
                    <a:cubicBezTo>
                      <a:pt x="4915" y="2206"/>
                      <a:pt x="5010" y="2174"/>
                      <a:pt x="5104" y="2174"/>
                    </a:cubicBezTo>
                    <a:close/>
                    <a:moveTo>
                      <a:pt x="0" y="0"/>
                    </a:moveTo>
                    <a:lnTo>
                      <a:pt x="0" y="1513"/>
                    </a:lnTo>
                    <a:cubicBezTo>
                      <a:pt x="0" y="3623"/>
                      <a:pt x="1639" y="5451"/>
                      <a:pt x="3718" y="5640"/>
                    </a:cubicBezTo>
                    <a:lnTo>
                      <a:pt x="3718" y="4537"/>
                    </a:lnTo>
                    <a:cubicBezTo>
                      <a:pt x="3718" y="4348"/>
                      <a:pt x="3875" y="4191"/>
                      <a:pt x="4096" y="4191"/>
                    </a:cubicBezTo>
                    <a:cubicBezTo>
                      <a:pt x="4285" y="4191"/>
                      <a:pt x="4442" y="4348"/>
                      <a:pt x="4442" y="4537"/>
                    </a:cubicBezTo>
                    <a:lnTo>
                      <a:pt x="4442" y="5640"/>
                    </a:lnTo>
                    <a:cubicBezTo>
                      <a:pt x="6522" y="5451"/>
                      <a:pt x="8192" y="3623"/>
                      <a:pt x="8192" y="1513"/>
                    </a:cubicBezTo>
                    <a:lnTo>
                      <a:pt x="8192" y="0"/>
                    </a:lnTo>
                    <a:cubicBezTo>
                      <a:pt x="8192" y="1009"/>
                      <a:pt x="7309" y="1859"/>
                      <a:pt x="6301" y="1859"/>
                    </a:cubicBezTo>
                    <a:cubicBezTo>
                      <a:pt x="5388" y="1859"/>
                      <a:pt x="4632" y="1229"/>
                      <a:pt x="4474" y="347"/>
                    </a:cubicBezTo>
                    <a:lnTo>
                      <a:pt x="3655" y="347"/>
                    </a:lnTo>
                    <a:cubicBezTo>
                      <a:pt x="3497" y="1229"/>
                      <a:pt x="2710" y="1859"/>
                      <a:pt x="1828" y="1859"/>
                    </a:cubicBezTo>
                    <a:cubicBezTo>
                      <a:pt x="819" y="1859"/>
                      <a:pt x="0" y="1009"/>
                      <a:pt x="0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-56729150" y="3289500"/>
                <a:ext cx="204000" cy="87450"/>
              </a:xfrm>
              <a:custGeom>
                <a:rect b="b" l="l" r="r" t="t"/>
                <a:pathLst>
                  <a:path extrusionOk="0" h="3498" w="8160">
                    <a:moveTo>
                      <a:pt x="567" y="0"/>
                    </a:moveTo>
                    <a:cubicBezTo>
                      <a:pt x="221" y="630"/>
                      <a:pt x="0" y="1292"/>
                      <a:pt x="0" y="2017"/>
                    </a:cubicBezTo>
                    <a:lnTo>
                      <a:pt x="0" y="3497"/>
                    </a:lnTo>
                    <a:cubicBezTo>
                      <a:pt x="0" y="2489"/>
                      <a:pt x="851" y="1639"/>
                      <a:pt x="1859" y="1639"/>
                    </a:cubicBezTo>
                    <a:cubicBezTo>
                      <a:pt x="2773" y="1639"/>
                      <a:pt x="3529" y="2269"/>
                      <a:pt x="3686" y="3151"/>
                    </a:cubicBezTo>
                    <a:lnTo>
                      <a:pt x="4505" y="3151"/>
                    </a:lnTo>
                    <a:cubicBezTo>
                      <a:pt x="4663" y="2269"/>
                      <a:pt x="5451" y="1639"/>
                      <a:pt x="6333" y="1639"/>
                    </a:cubicBezTo>
                    <a:cubicBezTo>
                      <a:pt x="7341" y="1639"/>
                      <a:pt x="8160" y="2489"/>
                      <a:pt x="8160" y="3497"/>
                    </a:cubicBezTo>
                    <a:lnTo>
                      <a:pt x="8160" y="914"/>
                    </a:lnTo>
                    <a:lnTo>
                      <a:pt x="3340" y="914"/>
                    </a:lnTo>
                    <a:cubicBezTo>
                      <a:pt x="2332" y="851"/>
                      <a:pt x="1355" y="536"/>
                      <a:pt x="567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-56505475" y="3335975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1" y="0"/>
                    </a:moveTo>
                    <a:lnTo>
                      <a:pt x="1" y="2552"/>
                    </a:lnTo>
                    <a:cubicBezTo>
                      <a:pt x="442" y="2269"/>
                      <a:pt x="757" y="1796"/>
                      <a:pt x="757" y="1260"/>
                    </a:cubicBezTo>
                    <a:cubicBezTo>
                      <a:pt x="757" y="693"/>
                      <a:pt x="473" y="221"/>
                      <a:pt x="1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" name="Google Shape;202;p3"/>
            <p:cNvGrpSpPr/>
            <p:nvPr/>
          </p:nvGrpSpPr>
          <p:grpSpPr>
            <a:xfrm>
              <a:off x="4990335" y="5069908"/>
              <a:ext cx="683560" cy="758038"/>
              <a:chOff x="-57162350" y="3982000"/>
              <a:chExt cx="287500" cy="318825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-56989850" y="4151150"/>
                <a:ext cx="55150" cy="55150"/>
              </a:xfrm>
              <a:custGeom>
                <a:rect b="b" l="l" r="r" t="t"/>
                <a:pathLst>
                  <a:path extrusionOk="0" h="2206" w="2206">
                    <a:moveTo>
                      <a:pt x="1103" y="1"/>
                    </a:moveTo>
                    <a:cubicBezTo>
                      <a:pt x="504" y="1"/>
                      <a:pt x="0" y="473"/>
                      <a:pt x="0" y="1103"/>
                    </a:cubicBezTo>
                    <a:cubicBezTo>
                      <a:pt x="0" y="1702"/>
                      <a:pt x="504" y="2206"/>
                      <a:pt x="1103" y="2206"/>
                    </a:cubicBezTo>
                    <a:cubicBezTo>
                      <a:pt x="1733" y="2206"/>
                      <a:pt x="2205" y="1702"/>
                      <a:pt x="2205" y="1103"/>
                    </a:cubicBezTo>
                    <a:cubicBezTo>
                      <a:pt x="2205" y="473"/>
                      <a:pt x="1733" y="1"/>
                      <a:pt x="1103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-57162350" y="3982000"/>
                <a:ext cx="287500" cy="161300"/>
              </a:xfrm>
              <a:custGeom>
                <a:rect b="b" l="l" r="r" t="t"/>
                <a:pathLst>
                  <a:path extrusionOk="0" h="6452" w="11500">
                    <a:moveTo>
                      <a:pt x="5778" y="1"/>
                    </a:moveTo>
                    <a:cubicBezTo>
                      <a:pt x="5286" y="1"/>
                      <a:pt x="4789" y="166"/>
                      <a:pt x="4380" y="497"/>
                    </a:cubicBezTo>
                    <a:cubicBezTo>
                      <a:pt x="4263" y="479"/>
                      <a:pt x="4146" y="470"/>
                      <a:pt x="4031" y="470"/>
                    </a:cubicBezTo>
                    <a:cubicBezTo>
                      <a:pt x="3147" y="470"/>
                      <a:pt x="2323" y="992"/>
                      <a:pt x="2017" y="1883"/>
                    </a:cubicBezTo>
                    <a:cubicBezTo>
                      <a:pt x="1072" y="2230"/>
                      <a:pt x="473" y="3238"/>
                      <a:pt x="631" y="4246"/>
                    </a:cubicBezTo>
                    <a:cubicBezTo>
                      <a:pt x="127" y="4876"/>
                      <a:pt x="1" y="5695"/>
                      <a:pt x="316" y="6452"/>
                    </a:cubicBezTo>
                    <a:cubicBezTo>
                      <a:pt x="536" y="6294"/>
                      <a:pt x="757" y="6168"/>
                      <a:pt x="1040" y="6074"/>
                    </a:cubicBezTo>
                    <a:cubicBezTo>
                      <a:pt x="1355" y="4498"/>
                      <a:pt x="2458" y="3175"/>
                      <a:pt x="4002" y="2577"/>
                    </a:cubicBezTo>
                    <a:cubicBezTo>
                      <a:pt x="4096" y="2545"/>
                      <a:pt x="4096" y="2545"/>
                      <a:pt x="4191" y="2513"/>
                    </a:cubicBezTo>
                    <a:cubicBezTo>
                      <a:pt x="4224" y="2504"/>
                      <a:pt x="4257" y="2499"/>
                      <a:pt x="4290" y="2499"/>
                    </a:cubicBezTo>
                    <a:cubicBezTo>
                      <a:pt x="4474" y="2499"/>
                      <a:pt x="4637" y="2641"/>
                      <a:pt x="4663" y="2829"/>
                    </a:cubicBezTo>
                    <a:cubicBezTo>
                      <a:pt x="4789" y="4593"/>
                      <a:pt x="6239" y="5979"/>
                      <a:pt x="8003" y="5979"/>
                    </a:cubicBezTo>
                    <a:lnTo>
                      <a:pt x="9862" y="5979"/>
                    </a:lnTo>
                    <a:cubicBezTo>
                      <a:pt x="10366" y="5979"/>
                      <a:pt x="10807" y="6137"/>
                      <a:pt x="11185" y="6389"/>
                    </a:cubicBezTo>
                    <a:cubicBezTo>
                      <a:pt x="11500" y="5695"/>
                      <a:pt x="11405" y="4876"/>
                      <a:pt x="10870" y="4246"/>
                    </a:cubicBezTo>
                    <a:cubicBezTo>
                      <a:pt x="11027" y="3207"/>
                      <a:pt x="10492" y="2230"/>
                      <a:pt x="9515" y="1883"/>
                    </a:cubicBezTo>
                    <a:cubicBezTo>
                      <a:pt x="9178" y="1040"/>
                      <a:pt x="8363" y="472"/>
                      <a:pt x="7475" y="472"/>
                    </a:cubicBezTo>
                    <a:cubicBezTo>
                      <a:pt x="7368" y="472"/>
                      <a:pt x="7260" y="480"/>
                      <a:pt x="7152" y="497"/>
                    </a:cubicBezTo>
                    <a:cubicBezTo>
                      <a:pt x="6758" y="166"/>
                      <a:pt x="6270" y="1"/>
                      <a:pt x="5778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-57119850" y="4066875"/>
                <a:ext cx="126075" cy="111875"/>
              </a:xfrm>
              <a:custGeom>
                <a:rect b="b" l="l" r="r" t="t"/>
                <a:pathLst>
                  <a:path extrusionOk="0" h="4475" w="5043">
                    <a:moveTo>
                      <a:pt x="2333" y="1"/>
                    </a:moveTo>
                    <a:cubicBezTo>
                      <a:pt x="915" y="694"/>
                      <a:pt x="2" y="2111"/>
                      <a:pt x="2" y="3718"/>
                    </a:cubicBezTo>
                    <a:lnTo>
                      <a:pt x="2" y="4191"/>
                    </a:lnTo>
                    <a:lnTo>
                      <a:pt x="2" y="4359"/>
                    </a:lnTo>
                    <a:lnTo>
                      <a:pt x="2" y="4359"/>
                    </a:lnTo>
                    <a:cubicBezTo>
                      <a:pt x="32" y="3375"/>
                      <a:pt x="829" y="2616"/>
                      <a:pt x="1861" y="2616"/>
                    </a:cubicBezTo>
                    <a:cubicBezTo>
                      <a:pt x="2774" y="2616"/>
                      <a:pt x="3499" y="3246"/>
                      <a:pt x="3656" y="4096"/>
                    </a:cubicBezTo>
                    <a:lnTo>
                      <a:pt x="4507" y="4096"/>
                    </a:lnTo>
                    <a:cubicBezTo>
                      <a:pt x="4570" y="3718"/>
                      <a:pt x="4791" y="3403"/>
                      <a:pt x="5043" y="3120"/>
                    </a:cubicBezTo>
                    <a:cubicBezTo>
                      <a:pt x="3656" y="2647"/>
                      <a:pt x="2617" y="1481"/>
                      <a:pt x="2333" y="1"/>
                    </a:cubicBezTo>
                    <a:close/>
                    <a:moveTo>
                      <a:pt x="2" y="4359"/>
                    </a:moveTo>
                    <a:cubicBezTo>
                      <a:pt x="1" y="4397"/>
                      <a:pt x="1" y="4435"/>
                      <a:pt x="2" y="4474"/>
                    </a:cubicBezTo>
                    <a:lnTo>
                      <a:pt x="2" y="4359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-57100925" y="4151150"/>
                <a:ext cx="55175" cy="55150"/>
              </a:xfrm>
              <a:custGeom>
                <a:rect b="b" l="l" r="r" t="t"/>
                <a:pathLst>
                  <a:path extrusionOk="0" h="2206" w="2207">
                    <a:moveTo>
                      <a:pt x="1104" y="1"/>
                    </a:moveTo>
                    <a:cubicBezTo>
                      <a:pt x="505" y="1"/>
                      <a:pt x="1" y="473"/>
                      <a:pt x="1" y="1103"/>
                    </a:cubicBezTo>
                    <a:cubicBezTo>
                      <a:pt x="1" y="1702"/>
                      <a:pt x="505" y="2206"/>
                      <a:pt x="1104" y="2206"/>
                    </a:cubicBezTo>
                    <a:cubicBezTo>
                      <a:pt x="1702" y="2206"/>
                      <a:pt x="2206" y="1702"/>
                      <a:pt x="2206" y="1103"/>
                    </a:cubicBezTo>
                    <a:cubicBezTo>
                      <a:pt x="2206" y="473"/>
                      <a:pt x="1702" y="1"/>
                      <a:pt x="1104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-57119825" y="4179500"/>
                <a:ext cx="204800" cy="121325"/>
              </a:xfrm>
              <a:custGeom>
                <a:rect b="b" l="l" r="r" t="t"/>
                <a:pathLst>
                  <a:path extrusionOk="0" h="4853" w="8192">
                    <a:moveTo>
                      <a:pt x="5160" y="2151"/>
                    </a:moveTo>
                    <a:cubicBezTo>
                      <a:pt x="5254" y="2151"/>
                      <a:pt x="5341" y="2190"/>
                      <a:pt x="5388" y="2269"/>
                    </a:cubicBezTo>
                    <a:cubicBezTo>
                      <a:pt x="5546" y="2427"/>
                      <a:pt x="5546" y="2679"/>
                      <a:pt x="5388" y="2805"/>
                    </a:cubicBezTo>
                    <a:cubicBezTo>
                      <a:pt x="5042" y="3151"/>
                      <a:pt x="4569" y="3340"/>
                      <a:pt x="4096" y="3340"/>
                    </a:cubicBezTo>
                    <a:cubicBezTo>
                      <a:pt x="3624" y="3340"/>
                      <a:pt x="3120" y="3151"/>
                      <a:pt x="2805" y="2805"/>
                    </a:cubicBezTo>
                    <a:cubicBezTo>
                      <a:pt x="2647" y="2647"/>
                      <a:pt x="2647" y="2395"/>
                      <a:pt x="2805" y="2269"/>
                    </a:cubicBezTo>
                    <a:cubicBezTo>
                      <a:pt x="2884" y="2190"/>
                      <a:pt x="2978" y="2151"/>
                      <a:pt x="3069" y="2151"/>
                    </a:cubicBezTo>
                    <a:cubicBezTo>
                      <a:pt x="3159" y="2151"/>
                      <a:pt x="3246" y="2190"/>
                      <a:pt x="3309" y="2269"/>
                    </a:cubicBezTo>
                    <a:cubicBezTo>
                      <a:pt x="3529" y="2490"/>
                      <a:pt x="3813" y="2600"/>
                      <a:pt x="4096" y="2600"/>
                    </a:cubicBezTo>
                    <a:cubicBezTo>
                      <a:pt x="4380" y="2600"/>
                      <a:pt x="4664" y="2490"/>
                      <a:pt x="4884" y="2269"/>
                    </a:cubicBezTo>
                    <a:cubicBezTo>
                      <a:pt x="4963" y="2190"/>
                      <a:pt x="5065" y="2151"/>
                      <a:pt x="5160" y="2151"/>
                    </a:cubicBezTo>
                    <a:close/>
                    <a:moveTo>
                      <a:pt x="1" y="1"/>
                    </a:moveTo>
                    <a:lnTo>
                      <a:pt x="1" y="2238"/>
                    </a:lnTo>
                    <a:cubicBezTo>
                      <a:pt x="1" y="3687"/>
                      <a:pt x="1198" y="4853"/>
                      <a:pt x="2616" y="4853"/>
                    </a:cubicBezTo>
                    <a:lnTo>
                      <a:pt x="5609" y="4853"/>
                    </a:lnTo>
                    <a:cubicBezTo>
                      <a:pt x="7058" y="4853"/>
                      <a:pt x="8192" y="3655"/>
                      <a:pt x="8192" y="2238"/>
                    </a:cubicBezTo>
                    <a:lnTo>
                      <a:pt x="8192" y="1"/>
                    </a:lnTo>
                    <a:cubicBezTo>
                      <a:pt x="8192" y="977"/>
                      <a:pt x="7341" y="1860"/>
                      <a:pt x="6302" y="1860"/>
                    </a:cubicBezTo>
                    <a:cubicBezTo>
                      <a:pt x="5388" y="1860"/>
                      <a:pt x="4664" y="1230"/>
                      <a:pt x="4506" y="347"/>
                    </a:cubicBezTo>
                    <a:lnTo>
                      <a:pt x="3655" y="347"/>
                    </a:lnTo>
                    <a:cubicBezTo>
                      <a:pt x="3498" y="1230"/>
                      <a:pt x="2710" y="1860"/>
                      <a:pt x="1860" y="1860"/>
                    </a:cubicBezTo>
                    <a:cubicBezTo>
                      <a:pt x="820" y="1860"/>
                      <a:pt x="1" y="1009"/>
                      <a:pt x="1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-57158400" y="4156675"/>
                <a:ext cx="18900" cy="63825"/>
              </a:xfrm>
              <a:custGeom>
                <a:rect b="b" l="l" r="r" t="t"/>
                <a:pathLst>
                  <a:path extrusionOk="0" h="2553" w="756">
                    <a:moveTo>
                      <a:pt x="756" y="0"/>
                    </a:moveTo>
                    <a:cubicBezTo>
                      <a:pt x="315" y="252"/>
                      <a:pt x="0" y="725"/>
                      <a:pt x="0" y="1260"/>
                    </a:cubicBezTo>
                    <a:cubicBezTo>
                      <a:pt x="0" y="1827"/>
                      <a:pt x="315" y="2300"/>
                      <a:pt x="756" y="2552"/>
                    </a:cubicBezTo>
                    <a:lnTo>
                      <a:pt x="756" y="0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-56896125" y="4155875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0" y="1"/>
                    </a:moveTo>
                    <a:lnTo>
                      <a:pt x="0" y="2553"/>
                    </a:lnTo>
                    <a:cubicBezTo>
                      <a:pt x="441" y="2269"/>
                      <a:pt x="756" y="1796"/>
                      <a:pt x="756" y="1261"/>
                    </a:cubicBezTo>
                    <a:cubicBezTo>
                      <a:pt x="756" y="757"/>
                      <a:pt x="441" y="284"/>
                      <a:pt x="0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-56924475" y="4149575"/>
                <a:ext cx="9450" cy="29175"/>
              </a:xfrm>
              <a:custGeom>
                <a:rect b="b" l="l" r="r" t="t"/>
                <a:pathLst>
                  <a:path extrusionOk="0" h="1167" w="378">
                    <a:moveTo>
                      <a:pt x="0" y="1"/>
                    </a:moveTo>
                    <a:cubicBezTo>
                      <a:pt x="221" y="379"/>
                      <a:pt x="378" y="757"/>
                      <a:pt x="378" y="1166"/>
                    </a:cubicBezTo>
                    <a:lnTo>
                      <a:pt x="378" y="883"/>
                    </a:lnTo>
                    <a:lnTo>
                      <a:pt x="378" y="1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3"/>
            <p:cNvGrpSpPr/>
            <p:nvPr/>
          </p:nvGrpSpPr>
          <p:grpSpPr>
            <a:xfrm>
              <a:off x="1680624" y="5069801"/>
              <a:ext cx="668581" cy="756612"/>
              <a:chOff x="-51633225" y="3198925"/>
              <a:chExt cx="281200" cy="318225"/>
            </a:xfrm>
          </p:grpSpPr>
          <p:sp>
            <p:nvSpPr>
              <p:cNvPr id="212" name="Google Shape;212;p3"/>
              <p:cNvSpPr/>
              <p:nvPr/>
            </p:nvSpPr>
            <p:spPr>
              <a:xfrm>
                <a:off x="-51633225" y="3353300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756" y="0"/>
                    </a:moveTo>
                    <a:cubicBezTo>
                      <a:pt x="315" y="284"/>
                      <a:pt x="0" y="756"/>
                      <a:pt x="0" y="1292"/>
                    </a:cubicBezTo>
                    <a:cubicBezTo>
                      <a:pt x="0" y="1859"/>
                      <a:pt x="315" y="2332"/>
                      <a:pt x="756" y="2552"/>
                    </a:cubicBezTo>
                    <a:lnTo>
                      <a:pt x="756" y="0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-51595425" y="3348575"/>
                <a:ext cx="204800" cy="168575"/>
              </a:xfrm>
              <a:custGeom>
                <a:rect b="b" l="l" r="r" t="t"/>
                <a:pathLst>
                  <a:path extrusionOk="0" h="6743" w="8192">
                    <a:moveTo>
                      <a:pt x="2647" y="756"/>
                    </a:moveTo>
                    <a:cubicBezTo>
                      <a:pt x="2836" y="756"/>
                      <a:pt x="2994" y="914"/>
                      <a:pt x="2994" y="1103"/>
                    </a:cubicBezTo>
                    <a:cubicBezTo>
                      <a:pt x="2994" y="1292"/>
                      <a:pt x="2836" y="1449"/>
                      <a:pt x="2647" y="1449"/>
                    </a:cubicBezTo>
                    <a:cubicBezTo>
                      <a:pt x="2426" y="1449"/>
                      <a:pt x="2269" y="1292"/>
                      <a:pt x="2269" y="1103"/>
                    </a:cubicBezTo>
                    <a:cubicBezTo>
                      <a:pt x="2237" y="914"/>
                      <a:pt x="2395" y="756"/>
                      <a:pt x="2647" y="756"/>
                    </a:cubicBezTo>
                    <a:close/>
                    <a:moveTo>
                      <a:pt x="5577" y="756"/>
                    </a:moveTo>
                    <a:cubicBezTo>
                      <a:pt x="5797" y="756"/>
                      <a:pt x="5955" y="914"/>
                      <a:pt x="5955" y="1103"/>
                    </a:cubicBezTo>
                    <a:cubicBezTo>
                      <a:pt x="5955" y="1292"/>
                      <a:pt x="5797" y="1449"/>
                      <a:pt x="5577" y="1449"/>
                    </a:cubicBezTo>
                    <a:cubicBezTo>
                      <a:pt x="5388" y="1449"/>
                      <a:pt x="5230" y="1292"/>
                      <a:pt x="5230" y="1103"/>
                    </a:cubicBezTo>
                    <a:cubicBezTo>
                      <a:pt x="5230" y="914"/>
                      <a:pt x="5388" y="756"/>
                      <a:pt x="5577" y="756"/>
                    </a:cubicBezTo>
                    <a:close/>
                    <a:moveTo>
                      <a:pt x="5148" y="3316"/>
                    </a:moveTo>
                    <a:cubicBezTo>
                      <a:pt x="5238" y="3316"/>
                      <a:pt x="5325" y="3356"/>
                      <a:pt x="5388" y="3434"/>
                    </a:cubicBezTo>
                    <a:cubicBezTo>
                      <a:pt x="5545" y="3592"/>
                      <a:pt x="5545" y="3812"/>
                      <a:pt x="5388" y="3938"/>
                    </a:cubicBezTo>
                    <a:cubicBezTo>
                      <a:pt x="5041" y="4285"/>
                      <a:pt x="4569" y="4474"/>
                      <a:pt x="4096" y="4474"/>
                    </a:cubicBezTo>
                    <a:cubicBezTo>
                      <a:pt x="3624" y="4474"/>
                      <a:pt x="3120" y="4285"/>
                      <a:pt x="2804" y="3938"/>
                    </a:cubicBezTo>
                    <a:cubicBezTo>
                      <a:pt x="2647" y="3781"/>
                      <a:pt x="2647" y="3529"/>
                      <a:pt x="2804" y="3434"/>
                    </a:cubicBezTo>
                    <a:cubicBezTo>
                      <a:pt x="2883" y="3371"/>
                      <a:pt x="2978" y="3340"/>
                      <a:pt x="3068" y="3340"/>
                    </a:cubicBezTo>
                    <a:cubicBezTo>
                      <a:pt x="3159" y="3340"/>
                      <a:pt x="3246" y="3371"/>
                      <a:pt x="3309" y="3434"/>
                    </a:cubicBezTo>
                    <a:cubicBezTo>
                      <a:pt x="3529" y="3639"/>
                      <a:pt x="3813" y="3741"/>
                      <a:pt x="4096" y="3741"/>
                    </a:cubicBezTo>
                    <a:cubicBezTo>
                      <a:pt x="4380" y="3741"/>
                      <a:pt x="4663" y="3639"/>
                      <a:pt x="4884" y="3434"/>
                    </a:cubicBezTo>
                    <a:cubicBezTo>
                      <a:pt x="4963" y="3356"/>
                      <a:pt x="5057" y="3316"/>
                      <a:pt x="5148" y="3316"/>
                    </a:cubicBezTo>
                    <a:close/>
                    <a:moveTo>
                      <a:pt x="1" y="0"/>
                    </a:moveTo>
                    <a:lnTo>
                      <a:pt x="1" y="2647"/>
                    </a:lnTo>
                    <a:cubicBezTo>
                      <a:pt x="1" y="4883"/>
                      <a:pt x="1859" y="6742"/>
                      <a:pt x="4096" y="6742"/>
                    </a:cubicBezTo>
                    <a:cubicBezTo>
                      <a:pt x="6333" y="6742"/>
                      <a:pt x="8192" y="4883"/>
                      <a:pt x="8192" y="2647"/>
                    </a:cubicBezTo>
                    <a:lnTo>
                      <a:pt x="8192" y="0"/>
                    </a:ln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-51633225" y="3292650"/>
                <a:ext cx="279625" cy="37050"/>
              </a:xfrm>
              <a:custGeom>
                <a:rect b="b" l="l" r="r" t="t"/>
                <a:pathLst>
                  <a:path extrusionOk="0" h="1482" w="11185">
                    <a:moveTo>
                      <a:pt x="1513" y="0"/>
                    </a:moveTo>
                    <a:cubicBezTo>
                      <a:pt x="851" y="0"/>
                      <a:pt x="284" y="410"/>
                      <a:pt x="95" y="1009"/>
                    </a:cubicBezTo>
                    <a:cubicBezTo>
                      <a:pt x="0" y="1261"/>
                      <a:pt x="221" y="1481"/>
                      <a:pt x="441" y="1481"/>
                    </a:cubicBezTo>
                    <a:lnTo>
                      <a:pt x="10775" y="1481"/>
                    </a:lnTo>
                    <a:cubicBezTo>
                      <a:pt x="10996" y="1481"/>
                      <a:pt x="11185" y="1261"/>
                      <a:pt x="11122" y="1009"/>
                    </a:cubicBezTo>
                    <a:cubicBezTo>
                      <a:pt x="10933" y="410"/>
                      <a:pt x="10365" y="0"/>
                      <a:pt x="9704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-51492250" y="3198925"/>
                <a:ext cx="98475" cy="74850"/>
              </a:xfrm>
              <a:custGeom>
                <a:rect b="b" l="l" r="r" t="t"/>
                <a:pathLst>
                  <a:path extrusionOk="0" h="2994" w="3939">
                    <a:moveTo>
                      <a:pt x="1" y="0"/>
                    </a:moveTo>
                    <a:lnTo>
                      <a:pt x="1" y="0"/>
                    </a:lnTo>
                    <a:cubicBezTo>
                      <a:pt x="946" y="0"/>
                      <a:pt x="1576" y="1418"/>
                      <a:pt x="1765" y="2993"/>
                    </a:cubicBezTo>
                    <a:lnTo>
                      <a:pt x="3939" y="2993"/>
                    </a:lnTo>
                    <a:cubicBezTo>
                      <a:pt x="3466" y="1261"/>
                      <a:pt x="1859" y="0"/>
                      <a:pt x="1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-51590700" y="3198925"/>
                <a:ext cx="98475" cy="74850"/>
              </a:xfrm>
              <a:custGeom>
                <a:rect b="b" l="l" r="r" t="t"/>
                <a:pathLst>
                  <a:path extrusionOk="0" h="2994" w="3939">
                    <a:moveTo>
                      <a:pt x="3939" y="0"/>
                    </a:moveTo>
                    <a:lnTo>
                      <a:pt x="3939" y="0"/>
                    </a:lnTo>
                    <a:cubicBezTo>
                      <a:pt x="2048" y="0"/>
                      <a:pt x="473" y="1292"/>
                      <a:pt x="1" y="2993"/>
                    </a:cubicBezTo>
                    <a:lnTo>
                      <a:pt x="2174" y="2993"/>
                    </a:lnTo>
                    <a:cubicBezTo>
                      <a:pt x="2332" y="1418"/>
                      <a:pt x="2962" y="0"/>
                      <a:pt x="3939" y="0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-51517450" y="3218600"/>
                <a:ext cx="52000" cy="55950"/>
              </a:xfrm>
              <a:custGeom>
                <a:rect b="b" l="l" r="r" t="t"/>
                <a:pathLst>
                  <a:path extrusionOk="0" h="2238" w="2080">
                    <a:moveTo>
                      <a:pt x="1009" y="1"/>
                    </a:moveTo>
                    <a:cubicBezTo>
                      <a:pt x="662" y="1"/>
                      <a:pt x="158" y="852"/>
                      <a:pt x="1" y="2238"/>
                    </a:cubicBezTo>
                    <a:lnTo>
                      <a:pt x="2080" y="2238"/>
                    </a:lnTo>
                    <a:cubicBezTo>
                      <a:pt x="1828" y="820"/>
                      <a:pt x="1355" y="1"/>
                      <a:pt x="1009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-51370950" y="3354075"/>
                <a:ext cx="18925" cy="64625"/>
              </a:xfrm>
              <a:custGeom>
                <a:rect b="b" l="l" r="r" t="t"/>
                <a:pathLst>
                  <a:path extrusionOk="0" h="2585" w="757">
                    <a:moveTo>
                      <a:pt x="0" y="1"/>
                    </a:moveTo>
                    <a:lnTo>
                      <a:pt x="0" y="2584"/>
                    </a:lnTo>
                    <a:cubicBezTo>
                      <a:pt x="442" y="2301"/>
                      <a:pt x="757" y="1828"/>
                      <a:pt x="757" y="1324"/>
                    </a:cubicBezTo>
                    <a:cubicBezTo>
                      <a:pt x="757" y="725"/>
                      <a:pt x="442" y="253"/>
                      <a:pt x="0" y="1"/>
                    </a:cubicBezTo>
                    <a:close/>
                  </a:path>
                </a:pathLst>
              </a:custGeom>
              <a:solidFill>
                <a:srgbClr val="FFC000">
                  <a:alpha val="60780"/>
                </a:srgbClr>
              </a:solidFill>
              <a:ln cap="flat" cmpd="sng" w="9525">
                <a:solidFill>
                  <a:srgbClr val="2D426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9" name="Google Shape;219;p3"/>
            <p:cNvSpPr txBox="1"/>
            <p:nvPr/>
          </p:nvSpPr>
          <p:spPr>
            <a:xfrm>
              <a:off x="673762" y="5927486"/>
              <a:ext cx="94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Refanie</a:t>
              </a:r>
              <a:endParaRPr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0" name="Google Shape;220;p3"/>
            <p:cNvSpPr txBox="1"/>
            <p:nvPr/>
          </p:nvSpPr>
          <p:spPr>
            <a:xfrm>
              <a:off x="1657654" y="5927486"/>
              <a:ext cx="71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Indra</a:t>
              </a:r>
              <a:endParaRPr/>
            </a:p>
          </p:txBody>
        </p:sp>
        <p:sp>
          <p:nvSpPr>
            <p:cNvPr id="221" name="Google Shape;221;p3"/>
            <p:cNvSpPr txBox="1"/>
            <p:nvPr/>
          </p:nvSpPr>
          <p:spPr>
            <a:xfrm>
              <a:off x="2507897" y="5927486"/>
              <a:ext cx="68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Yanti</a:t>
              </a:r>
              <a:endParaRPr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3335639" y="5927486"/>
              <a:ext cx="68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Fajar</a:t>
              </a:r>
              <a:endParaRPr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3" name="Google Shape;223;p3"/>
            <p:cNvSpPr txBox="1"/>
            <p:nvPr/>
          </p:nvSpPr>
          <p:spPr>
            <a:xfrm>
              <a:off x="4060798" y="5927486"/>
              <a:ext cx="92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Rahma</a:t>
              </a:r>
              <a:endParaRPr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4" name="Google Shape;224;p3"/>
            <p:cNvSpPr txBox="1"/>
            <p:nvPr/>
          </p:nvSpPr>
          <p:spPr>
            <a:xfrm>
              <a:off x="4826157" y="5927486"/>
              <a:ext cx="101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D426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Handika</a:t>
              </a:r>
              <a:endParaRPr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  Description automatically generated with medium confidence" id="229" name="Google Shape;2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"/>
          <p:cNvSpPr/>
          <p:nvPr/>
        </p:nvSpPr>
        <p:spPr>
          <a:xfrm>
            <a:off x="-6207" y="1045662"/>
            <a:ext cx="2403522" cy="2784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1995264" y="120278"/>
            <a:ext cx="38042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Business Understanding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Problems</a:t>
            </a:r>
            <a:endParaRPr/>
          </a:p>
        </p:txBody>
      </p:sp>
      <p:grpSp>
        <p:nvGrpSpPr>
          <p:cNvPr id="237" name="Google Shape;237;p4"/>
          <p:cNvGrpSpPr/>
          <p:nvPr/>
        </p:nvGrpSpPr>
        <p:grpSpPr>
          <a:xfrm>
            <a:off x="225084" y="2236406"/>
            <a:ext cx="4097100" cy="4360500"/>
            <a:chOff x="7470163" y="1637731"/>
            <a:chExt cx="4097100" cy="4360500"/>
          </a:xfrm>
        </p:grpSpPr>
        <p:graphicFrame>
          <p:nvGraphicFramePr>
            <p:cNvPr id="238" name="Google Shape;238;p4"/>
            <p:cNvGraphicFramePr/>
            <p:nvPr/>
          </p:nvGraphicFramePr>
          <p:xfrm>
            <a:off x="7470163" y="1637731"/>
            <a:ext cx="4097100" cy="4360500"/>
          </p:xfrm>
          <a:graphic>
            <a:graphicData uri="http://schemas.openxmlformats.org/drawingml/2006/chart">
              <c:chart r:id="rId4"/>
            </a:graphicData>
          </a:graphic>
        </p:graphicFrame>
        <p:sp>
          <p:nvSpPr>
            <p:cNvPr id="239" name="Google Shape;239;p4"/>
            <p:cNvSpPr txBox="1"/>
            <p:nvPr/>
          </p:nvSpPr>
          <p:spPr>
            <a:xfrm>
              <a:off x="9594135" y="3636713"/>
              <a:ext cx="1664431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59.7%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Late</a:t>
              </a:r>
              <a:endParaRPr/>
            </a:p>
          </p:txBody>
        </p:sp>
        <p:sp>
          <p:nvSpPr>
            <p:cNvPr id="240" name="Google Shape;240;p4"/>
            <p:cNvSpPr txBox="1"/>
            <p:nvPr/>
          </p:nvSpPr>
          <p:spPr>
            <a:xfrm>
              <a:off x="7720894" y="3096365"/>
              <a:ext cx="1664432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40.3%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On-time</a:t>
              </a:r>
              <a:endParaRPr/>
            </a:p>
          </p:txBody>
        </p:sp>
      </p:grpSp>
      <p:grpSp>
        <p:nvGrpSpPr>
          <p:cNvPr id="241" name="Google Shape;241;p4"/>
          <p:cNvGrpSpPr/>
          <p:nvPr/>
        </p:nvGrpSpPr>
        <p:grpSpPr>
          <a:xfrm>
            <a:off x="5502750" y="1339325"/>
            <a:ext cx="4208700" cy="1938099"/>
            <a:chOff x="5223996" y="1317992"/>
            <a:chExt cx="4208700" cy="1938099"/>
          </a:xfrm>
        </p:grpSpPr>
        <p:sp>
          <p:nvSpPr>
            <p:cNvPr id="242" name="Google Shape;242;p4"/>
            <p:cNvSpPr/>
            <p:nvPr/>
          </p:nvSpPr>
          <p:spPr>
            <a:xfrm>
              <a:off x="5937096" y="2917391"/>
              <a:ext cx="2817000" cy="338700"/>
            </a:xfrm>
            <a:prstGeom prst="roundRect">
              <a:avLst>
                <a:gd fmla="val 50000" name="adj"/>
              </a:avLst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D42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5223996" y="1317992"/>
              <a:ext cx="4208700" cy="1599300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>
                <a:srgbClr val="8FFFFF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0"/>
                <a:buFont typeface="Exo"/>
                <a:buNone/>
              </a:pPr>
              <a:r>
                <a:rPr b="1" lang="en-US" sz="22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69.7%</a:t>
              </a:r>
              <a:r>
                <a:rPr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 customers are unlikely to return to a store if the product they purchased </a:t>
              </a:r>
              <a:r>
                <a:rPr b="1"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arrives late without prior notification</a:t>
              </a:r>
              <a:r>
                <a:rPr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i="0" sz="1700" u="none" cap="none" strike="noStrike">
                <a:solidFill>
                  <a:srgbClr val="2D42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4"/>
            <p:cNvSpPr txBox="1"/>
            <p:nvPr/>
          </p:nvSpPr>
          <p:spPr>
            <a:xfrm>
              <a:off x="6096050" y="2918589"/>
              <a:ext cx="2499000" cy="336300"/>
            </a:xfrm>
            <a:prstGeom prst="rect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PT Sans"/>
                <a:buNone/>
              </a:pPr>
              <a:r>
                <a:rPr b="1" lang="en-US" sz="18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shopify.co.id, 2020</a:t>
              </a:r>
              <a:endParaRPr/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5799500" y="4182700"/>
            <a:ext cx="3665400" cy="1951968"/>
            <a:chOff x="5607290" y="4220494"/>
            <a:chExt cx="3665400" cy="2194702"/>
          </a:xfrm>
        </p:grpSpPr>
        <p:sp>
          <p:nvSpPr>
            <p:cNvPr id="246" name="Google Shape;246;p4"/>
            <p:cNvSpPr/>
            <p:nvPr/>
          </p:nvSpPr>
          <p:spPr>
            <a:xfrm>
              <a:off x="6123590" y="5977196"/>
              <a:ext cx="2632800" cy="438000"/>
            </a:xfrm>
            <a:prstGeom prst="roundRect">
              <a:avLst>
                <a:gd fmla="val 50000" name="adj"/>
              </a:avLst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D42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"/>
            <p:cNvSpPr txBox="1"/>
            <p:nvPr/>
          </p:nvSpPr>
          <p:spPr>
            <a:xfrm>
              <a:off x="5607290" y="4220494"/>
              <a:ext cx="3665400" cy="1756800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>
                <a:srgbClr val="8FFFFF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0"/>
                <a:buFont typeface="Exo"/>
                <a:buNone/>
              </a:pPr>
              <a:r>
                <a:rPr b="1" lang="en-US" sz="22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56%</a:t>
              </a:r>
              <a:r>
                <a:rPr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 consumers shop at other stores because their regular store </a:t>
              </a:r>
              <a:r>
                <a:rPr b="1"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cannot deliver products on time</a:t>
              </a:r>
              <a:r>
                <a:rPr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i="0" sz="1700" u="none" cap="none" strike="noStrike">
                <a:solidFill>
                  <a:srgbClr val="2D42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4"/>
            <p:cNvSpPr txBox="1"/>
            <p:nvPr/>
          </p:nvSpPr>
          <p:spPr>
            <a:xfrm>
              <a:off x="6123590" y="6026844"/>
              <a:ext cx="263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PT Sans"/>
                <a:buNone/>
              </a:pPr>
              <a:r>
                <a:rPr b="1" lang="en-US" sz="1700">
                  <a:solidFill>
                    <a:srgbClr val="2D4263"/>
                  </a:solidFill>
                  <a:latin typeface="Poppins"/>
                  <a:ea typeface="Poppins"/>
                  <a:cs typeface="Poppins"/>
                  <a:sym typeface="Poppins"/>
                </a:rPr>
                <a:t>shopify.co.id, 2020</a:t>
              </a:r>
              <a:endParaRPr sz="1300"/>
            </a:p>
          </p:txBody>
        </p:sp>
      </p:grpSp>
      <p:sp>
        <p:nvSpPr>
          <p:cNvPr id="249" name="Google Shape;249;p4"/>
          <p:cNvSpPr txBox="1"/>
          <p:nvPr/>
        </p:nvSpPr>
        <p:spPr>
          <a:xfrm>
            <a:off x="371546" y="1451244"/>
            <a:ext cx="409707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T Sans"/>
              <a:buNone/>
            </a:pPr>
            <a:r>
              <a:rPr b="1" i="0" lang="en-US" sz="2000" u="none" cap="none" strike="noStrike">
                <a:solidFill>
                  <a:srgbClr val="2D4263"/>
                </a:solidFill>
                <a:latin typeface="Poppins"/>
                <a:ea typeface="Poppins"/>
                <a:cs typeface="Poppins"/>
                <a:sym typeface="Poppins"/>
              </a:rPr>
              <a:t>DELIVERY DELAY PERCENTAGE</a:t>
            </a:r>
            <a:endParaRPr b="1" i="0" sz="2000" u="none" cap="none" strike="noStrike">
              <a:solidFill>
                <a:srgbClr val="2D42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0" name="Google Shape;250;p4"/>
          <p:cNvCxnSpPr/>
          <p:nvPr/>
        </p:nvCxnSpPr>
        <p:spPr>
          <a:xfrm>
            <a:off x="5022167" y="1483662"/>
            <a:ext cx="0" cy="4720002"/>
          </a:xfrm>
          <a:prstGeom prst="straightConnector1">
            <a:avLst/>
          </a:prstGeom>
          <a:noFill/>
          <a:ln cap="rnd" cmpd="sng" w="50800">
            <a:solidFill>
              <a:srgbClr val="C84B31">
                <a:alpha val="49803"/>
              </a:srgbClr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51" name="Google Shape;251;p4"/>
          <p:cNvCxnSpPr/>
          <p:nvPr/>
        </p:nvCxnSpPr>
        <p:spPr>
          <a:xfrm rot="10800000">
            <a:off x="5575719" y="3829806"/>
            <a:ext cx="3821499" cy="0"/>
          </a:xfrm>
          <a:prstGeom prst="straightConnector1">
            <a:avLst/>
          </a:prstGeom>
          <a:noFill/>
          <a:ln cap="rnd" cmpd="sng" w="50800">
            <a:solidFill>
              <a:srgbClr val="C84B31">
                <a:alpha val="49803"/>
              </a:srgbClr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995264" y="120278"/>
            <a:ext cx="60580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Business Understanding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Goals, Objectives, and Solutions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294025" y="4070950"/>
            <a:ext cx="9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Goals</a:t>
            </a:r>
            <a:endParaRPr b="1" sz="20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5015238" y="4070950"/>
            <a:ext cx="16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Objectives</a:t>
            </a:r>
            <a:endParaRPr b="1" sz="20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8694901" y="4070950"/>
            <a:ext cx="25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Business Metrics</a:t>
            </a:r>
            <a:endParaRPr b="1" sz="20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181650" y="4632775"/>
            <a:ext cx="3239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 late-arriving packages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3912288" y="4632775"/>
            <a:ext cx="3784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Build a machine learning model to predict whether a package will arrive late or not. 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8297301" y="4632786"/>
            <a:ext cx="3121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Percentage of packages delivered on time</a:t>
            </a:r>
            <a:endParaRPr sz="24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9" name="Google Shape;269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1995264" y="120278"/>
            <a:ext cx="62760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Exploratory Data Analytics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Goals, Objectives, and Solutions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6738426" y="1930031"/>
            <a:ext cx="5364506" cy="4711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044" y="3428999"/>
            <a:ext cx="4039207" cy="331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084" y="1086732"/>
            <a:ext cx="6190744" cy="508828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"/>
          <p:cNvSpPr txBox="1"/>
          <p:nvPr/>
        </p:nvSpPr>
        <p:spPr>
          <a:xfrm>
            <a:off x="6738426" y="1356076"/>
            <a:ext cx="44008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majority of products are shipped by sea, regardless of whether products arrive late or not</a:t>
            </a:r>
            <a:endParaRPr/>
          </a:p>
        </p:txBody>
      </p:sp>
      <p:sp>
        <p:nvSpPr>
          <p:cNvPr id="284" name="Google Shape;284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1995264" y="120278"/>
            <a:ext cx="62760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Exploratory Data Analytics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Goals, Objectives, and Solutions</a:t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6738426" y="1930031"/>
            <a:ext cx="5364506" cy="4711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044" y="3428999"/>
            <a:ext cx="4039207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 txBox="1"/>
          <p:nvPr/>
        </p:nvSpPr>
        <p:spPr>
          <a:xfrm>
            <a:off x="7546157" y="1343595"/>
            <a:ext cx="4400828" cy="193899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715" l="-1384" r="0" t="-15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98" name="Google Shape;29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0" y="1343595"/>
            <a:ext cx="7456862" cy="453743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1995264" y="120278"/>
            <a:ext cx="62760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Exploratory Data Analytics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Goals, Objectives, and Solutions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6738426" y="1930031"/>
            <a:ext cx="5364506" cy="4711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044" y="3428999"/>
            <a:ext cx="4039207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7195225" y="1623350"/>
            <a:ext cx="3793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majority of customers have made 3 prior purchases, regardless of whether products arrive late or not</a:t>
            </a:r>
            <a:endParaRPr/>
          </a:p>
        </p:txBody>
      </p:sp>
      <p:sp>
        <p:nvSpPr>
          <p:cNvPr id="313" name="Google Shape;313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4" name="Google Shape;31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925" y="1623348"/>
            <a:ext cx="5899351" cy="38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1995264" y="120278"/>
            <a:ext cx="62760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Exploratory Data Analytics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Goals, Objectives, and Solutions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738426" y="1930031"/>
            <a:ext cx="5364506" cy="4711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044" y="3428999"/>
            <a:ext cx="4039207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9"/>
          <p:cNvSpPr txBox="1"/>
          <p:nvPr/>
        </p:nvSpPr>
        <p:spPr>
          <a:xfrm>
            <a:off x="7071412" y="1275407"/>
            <a:ext cx="4400828" cy="193899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715" l="-1246" r="-1938" t="-15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9" name="Google Shape;32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975" y="1275400"/>
            <a:ext cx="5765775" cy="36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"/>
          <p:cNvSpPr/>
          <p:nvPr/>
        </p:nvSpPr>
        <p:spPr>
          <a:xfrm>
            <a:off x="539198" y="967363"/>
            <a:ext cx="10815739" cy="3495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0"/>
          <p:cNvPicPr preferRelativeResize="0"/>
          <p:nvPr/>
        </p:nvPicPr>
        <p:blipFill rotWithShape="1">
          <a:blip r:embed="rId4">
            <a:alphaModFix/>
          </a:blip>
          <a:srcRect b="0" l="12003" r="0" t="0"/>
          <a:stretch/>
        </p:blipFill>
        <p:spPr>
          <a:xfrm>
            <a:off x="225084" y="3038875"/>
            <a:ext cx="5257192" cy="367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79120" y="1018234"/>
            <a:ext cx="4392300" cy="1969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28" l="-2079" r="0" t="-247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1995264" y="120278"/>
            <a:ext cx="41088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Data Preprocessing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Handling Outliers</a:t>
            </a:r>
            <a:endParaRPr/>
          </a:p>
        </p:txBody>
      </p:sp>
      <p:pic>
        <p:nvPicPr>
          <p:cNvPr descr="Chart, box and whisker chart  Description automatically generated" id="343" name="Google Shape;3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5363" y="2073150"/>
            <a:ext cx="2641270" cy="4469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box and whisker chart  Description automatically generated" id="344" name="Google Shape;34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9939" y="2073149"/>
            <a:ext cx="2641270" cy="446984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 txBox="1"/>
          <p:nvPr/>
        </p:nvSpPr>
        <p:spPr>
          <a:xfrm>
            <a:off x="6248888" y="1635955"/>
            <a:ext cx="1372786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7A7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BEFORE</a:t>
            </a:r>
            <a:endParaRPr sz="2000">
              <a:solidFill>
                <a:srgbClr val="117A7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9693683" y="1635955"/>
            <a:ext cx="1372786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7A7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AFTER</a:t>
            </a:r>
            <a:endParaRPr sz="2000">
              <a:solidFill>
                <a:srgbClr val="117A7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"/>
          <p:cNvSpPr/>
          <p:nvPr/>
        </p:nvSpPr>
        <p:spPr>
          <a:xfrm>
            <a:off x="2426819" y="1782753"/>
            <a:ext cx="2403522" cy="2784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1"/>
          <p:cNvCxnSpPr/>
          <p:nvPr/>
        </p:nvCxnSpPr>
        <p:spPr>
          <a:xfrm rot="10800000">
            <a:off x="2700997" y="3281167"/>
            <a:ext cx="7758660" cy="0"/>
          </a:xfrm>
          <a:prstGeom prst="straightConnector1">
            <a:avLst/>
          </a:prstGeom>
          <a:noFill/>
          <a:ln cap="rnd" cmpd="sng" w="50800">
            <a:solidFill>
              <a:srgbClr val="2D4263">
                <a:alpha val="49803"/>
              </a:srgbClr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354" name="Google Shape;3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9265" y="1315070"/>
            <a:ext cx="24384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0" y="925531"/>
            <a:ext cx="12192000" cy="5932469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11"/>
          <p:cNvGrpSpPr/>
          <p:nvPr/>
        </p:nvGrpSpPr>
        <p:grpSpPr>
          <a:xfrm>
            <a:off x="2669854" y="932648"/>
            <a:ext cx="6576790" cy="2004257"/>
            <a:chOff x="583666" y="1098155"/>
            <a:chExt cx="6576790" cy="2004257"/>
          </a:xfrm>
        </p:grpSpPr>
        <p:sp>
          <p:nvSpPr>
            <p:cNvPr id="357" name="Google Shape;357;p11"/>
            <p:cNvSpPr/>
            <p:nvPr/>
          </p:nvSpPr>
          <p:spPr>
            <a:xfrm>
              <a:off x="3882684" y="1098155"/>
              <a:ext cx="3277772" cy="43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Discount_offered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3882684" y="1620874"/>
              <a:ext cx="3277772" cy="43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Cost_of_the_Product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3882684" y="2143592"/>
              <a:ext cx="3277772" cy="43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Prior_purchase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360" name="Google Shape;360;p11"/>
            <p:cNvGrpSpPr/>
            <p:nvPr/>
          </p:nvGrpSpPr>
          <p:grpSpPr>
            <a:xfrm>
              <a:off x="583666" y="1708244"/>
              <a:ext cx="6576790" cy="1394168"/>
              <a:chOff x="-302600" y="3262239"/>
              <a:chExt cx="6576790" cy="1394168"/>
            </a:xfrm>
          </p:grpSpPr>
          <p:sp>
            <p:nvSpPr>
              <p:cNvPr id="361" name="Google Shape;361;p11"/>
              <p:cNvSpPr/>
              <p:nvPr/>
            </p:nvSpPr>
            <p:spPr>
              <a:xfrm>
                <a:off x="-302600" y="3262239"/>
                <a:ext cx="2399862" cy="784078"/>
              </a:xfrm>
              <a:prstGeom prst="roundRect">
                <a:avLst>
                  <a:gd fmla="val 24882" name="adj"/>
                </a:avLst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4572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800" u="none" strike="noStrike">
                  <a:solidFill>
                    <a:srgbClr val="C84B3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2996418" y="4220305"/>
                <a:ext cx="3277772" cy="4361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strike="noStrike">
                    <a:solidFill>
                      <a:srgbClr val="2D426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Weight_in_gms</a:t>
                </a:r>
                <a:endParaRPr b="1" sz="2000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63" name="Google Shape;363;p11"/>
            <p:cNvSpPr/>
            <p:nvPr/>
          </p:nvSpPr>
          <p:spPr>
            <a:xfrm>
              <a:off x="583666" y="1620874"/>
              <a:ext cx="2399862" cy="958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Transformation</a:t>
              </a:r>
              <a:endParaRPr b="1" i="0" sz="2000" u="none" strike="noStrike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D42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(Normalization)</a:t>
              </a:r>
              <a:endParaRPr/>
            </a:p>
          </p:txBody>
        </p:sp>
        <p:cxnSp>
          <p:nvCxnSpPr>
            <p:cNvPr id="364" name="Google Shape;364;p11"/>
            <p:cNvCxnSpPr>
              <a:stCxn id="363" idx="3"/>
              <a:endCxn id="357" idx="1"/>
            </p:cNvCxnSpPr>
            <p:nvPr/>
          </p:nvCxnSpPr>
          <p:spPr>
            <a:xfrm flipH="1" rot="10800000">
              <a:off x="2983528" y="1316084"/>
              <a:ext cx="899100" cy="7842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65" name="Google Shape;365;p11"/>
            <p:cNvCxnSpPr>
              <a:stCxn id="363" idx="3"/>
              <a:endCxn id="358" idx="1"/>
            </p:cNvCxnSpPr>
            <p:nvPr/>
          </p:nvCxnSpPr>
          <p:spPr>
            <a:xfrm flipH="1" rot="10800000">
              <a:off x="2983528" y="1838984"/>
              <a:ext cx="899100" cy="2613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66" name="Google Shape;366;p11"/>
            <p:cNvCxnSpPr>
              <a:stCxn id="363" idx="3"/>
              <a:endCxn id="359" idx="1"/>
            </p:cNvCxnSpPr>
            <p:nvPr/>
          </p:nvCxnSpPr>
          <p:spPr>
            <a:xfrm>
              <a:off x="2983528" y="2100284"/>
              <a:ext cx="899100" cy="2613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67" name="Google Shape;367;p11"/>
            <p:cNvCxnSpPr>
              <a:stCxn id="363" idx="3"/>
              <a:endCxn id="362" idx="1"/>
            </p:cNvCxnSpPr>
            <p:nvPr/>
          </p:nvCxnSpPr>
          <p:spPr>
            <a:xfrm>
              <a:off x="2983528" y="2100284"/>
              <a:ext cx="899100" cy="7842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</p:grpSp>
      <p:grpSp>
        <p:nvGrpSpPr>
          <p:cNvPr id="368" name="Google Shape;368;p11"/>
          <p:cNvGrpSpPr/>
          <p:nvPr/>
        </p:nvGrpSpPr>
        <p:grpSpPr>
          <a:xfrm>
            <a:off x="5017768" y="3718324"/>
            <a:ext cx="7300841" cy="2632324"/>
            <a:chOff x="1436080" y="908629"/>
            <a:chExt cx="7300841" cy="2632324"/>
          </a:xfrm>
        </p:grpSpPr>
        <p:sp>
          <p:nvSpPr>
            <p:cNvPr id="369" name="Google Shape;369;p11"/>
            <p:cNvSpPr/>
            <p:nvPr/>
          </p:nvSpPr>
          <p:spPr>
            <a:xfrm>
              <a:off x="4011670" y="924888"/>
              <a:ext cx="1599254" cy="456798"/>
            </a:xfrm>
            <a:prstGeom prst="roundRect">
              <a:avLst>
                <a:gd fmla="val 24882" name="adj"/>
              </a:avLst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 strike="noStrike">
                <a:solidFill>
                  <a:srgbClr val="C84B3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1750549" y="2616685"/>
              <a:ext cx="3277800" cy="43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Product_importance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750549" y="3101932"/>
              <a:ext cx="3277800" cy="43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Gender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1436080" y="908629"/>
              <a:ext cx="6750435" cy="506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Encoding</a:t>
              </a:r>
              <a:endParaRPr b="1"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73" name="Google Shape;373;p11"/>
            <p:cNvCxnSpPr>
              <a:stCxn id="374" idx="1"/>
              <a:endCxn id="370" idx="1"/>
            </p:cNvCxnSpPr>
            <p:nvPr/>
          </p:nvCxnSpPr>
          <p:spPr>
            <a:xfrm>
              <a:off x="1436080" y="2125124"/>
              <a:ext cx="314400" cy="709800"/>
            </a:xfrm>
            <a:prstGeom prst="bentConnector3">
              <a:avLst>
                <a:gd fmla="val -7574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sp>
          <p:nvSpPr>
            <p:cNvPr id="374" name="Google Shape;374;p11"/>
            <p:cNvSpPr/>
            <p:nvPr/>
          </p:nvSpPr>
          <p:spPr>
            <a:xfrm>
              <a:off x="1436080" y="1871891"/>
              <a:ext cx="2727078" cy="506465"/>
            </a:xfrm>
            <a:prstGeom prst="roundRect">
              <a:avLst>
                <a:gd fmla="val 16667" name="adj"/>
              </a:avLst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 u="none" strike="noStrike">
                  <a:solidFill>
                    <a:srgbClr val="2D42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Onehot Encoding</a:t>
              </a:r>
              <a:endParaRPr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375" name="Google Shape;375;p11"/>
            <p:cNvCxnSpPr>
              <a:stCxn id="374" idx="1"/>
              <a:endCxn id="371" idx="1"/>
            </p:cNvCxnSpPr>
            <p:nvPr/>
          </p:nvCxnSpPr>
          <p:spPr>
            <a:xfrm>
              <a:off x="1436080" y="2125124"/>
              <a:ext cx="314400" cy="1194900"/>
            </a:xfrm>
            <a:prstGeom prst="bentConnector3">
              <a:avLst>
                <a:gd fmla="val -7574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sp>
          <p:nvSpPr>
            <p:cNvPr id="376" name="Google Shape;376;p11"/>
            <p:cNvSpPr/>
            <p:nvPr/>
          </p:nvSpPr>
          <p:spPr>
            <a:xfrm>
              <a:off x="5306750" y="1871891"/>
              <a:ext cx="2727300" cy="506400"/>
            </a:xfrm>
            <a:prstGeom prst="roundRect">
              <a:avLst>
                <a:gd fmla="val 16667" name="adj"/>
              </a:avLst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 u="none" strike="noStrike">
                  <a:solidFill>
                    <a:srgbClr val="2D42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Label Encoding</a:t>
              </a:r>
              <a:endParaRPr sz="2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5459149" y="2616685"/>
              <a:ext cx="3277772" cy="43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Warehouse_block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5459149" y="3104851"/>
              <a:ext cx="3277772" cy="43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2D42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Mode_of_Shipment</a:t>
              </a:r>
              <a:endParaRPr b="1" sz="2000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79" name="Google Shape;379;p11"/>
            <p:cNvCxnSpPr>
              <a:stCxn id="376" idx="1"/>
              <a:endCxn id="377" idx="1"/>
            </p:cNvCxnSpPr>
            <p:nvPr/>
          </p:nvCxnSpPr>
          <p:spPr>
            <a:xfrm>
              <a:off x="5306750" y="2125091"/>
              <a:ext cx="152400" cy="709500"/>
            </a:xfrm>
            <a:prstGeom prst="bentConnector3">
              <a:avLst>
                <a:gd fmla="val -15625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80" name="Google Shape;380;p11"/>
            <p:cNvCxnSpPr>
              <a:stCxn id="376" idx="1"/>
              <a:endCxn id="378" idx="1"/>
            </p:cNvCxnSpPr>
            <p:nvPr/>
          </p:nvCxnSpPr>
          <p:spPr>
            <a:xfrm>
              <a:off x="5306750" y="2125091"/>
              <a:ext cx="152400" cy="1197900"/>
            </a:xfrm>
            <a:prstGeom prst="bentConnector3">
              <a:avLst>
                <a:gd fmla="val -156250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81" name="Google Shape;381;p11"/>
            <p:cNvCxnSpPr>
              <a:stCxn id="372" idx="2"/>
              <a:endCxn id="374" idx="0"/>
            </p:cNvCxnSpPr>
            <p:nvPr/>
          </p:nvCxnSpPr>
          <p:spPr>
            <a:xfrm rot="5400000">
              <a:off x="3576948" y="637644"/>
              <a:ext cx="456900" cy="2011800"/>
            </a:xfrm>
            <a:prstGeom prst="bentConnector3">
              <a:avLst>
                <a:gd fmla="val 43612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  <p:cxnSp>
          <p:nvCxnSpPr>
            <p:cNvPr id="382" name="Google Shape;382;p11"/>
            <p:cNvCxnSpPr>
              <a:stCxn id="372" idx="2"/>
              <a:endCxn id="376" idx="0"/>
            </p:cNvCxnSpPr>
            <p:nvPr/>
          </p:nvCxnSpPr>
          <p:spPr>
            <a:xfrm flipH="1" rot="-5400000">
              <a:off x="5512398" y="713994"/>
              <a:ext cx="456900" cy="1859100"/>
            </a:xfrm>
            <a:prstGeom prst="bentConnector3">
              <a:avLst>
                <a:gd fmla="val 46747" name="adj1"/>
              </a:avLst>
            </a:prstGeom>
            <a:noFill/>
            <a:ln cap="flat" cmpd="sng" w="28575">
              <a:solidFill>
                <a:srgbClr val="C84B31"/>
              </a:solidFill>
              <a:prstDash val="solid"/>
              <a:miter lim="800000"/>
              <a:headEnd len="med" w="med" type="oval"/>
              <a:tailEnd len="med" w="med" type="oval"/>
            </a:ln>
          </p:spPr>
        </p:cxnSp>
      </p:grpSp>
      <p:sp>
        <p:nvSpPr>
          <p:cNvPr id="383" name="Google Shape;383;p11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1995264" y="120278"/>
            <a:ext cx="53960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Data Preprocessing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Transformation and Encoding</a:t>
            </a:r>
            <a:endParaRPr/>
          </a:p>
        </p:txBody>
      </p:sp>
      <p:sp>
        <p:nvSpPr>
          <p:cNvPr id="389" name="Google Shape;389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"/>
          <p:cNvSpPr/>
          <p:nvPr/>
        </p:nvSpPr>
        <p:spPr>
          <a:xfrm>
            <a:off x="539198" y="967363"/>
            <a:ext cx="10815739" cy="3495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12"/>
          <p:cNvPicPr preferRelativeResize="0"/>
          <p:nvPr/>
        </p:nvPicPr>
        <p:blipFill rotWithShape="1">
          <a:blip r:embed="rId4">
            <a:alphaModFix/>
          </a:blip>
          <a:srcRect b="0" l="12003" r="0" t="0"/>
          <a:stretch/>
        </p:blipFill>
        <p:spPr>
          <a:xfrm>
            <a:off x="225084" y="3038875"/>
            <a:ext cx="5257192" cy="367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>
              <a:alpha val="24705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1995264" y="120278"/>
            <a:ext cx="43508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Data Preprocessing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After Preprocessing</a:t>
            </a:r>
            <a:endParaRPr/>
          </a:p>
        </p:txBody>
      </p:sp>
      <p:sp>
        <p:nvSpPr>
          <p:cNvPr id="402" name="Google Shape;402;p12"/>
          <p:cNvSpPr txBox="1"/>
          <p:nvPr/>
        </p:nvSpPr>
        <p:spPr>
          <a:xfrm>
            <a:off x="1508169" y="1239154"/>
            <a:ext cx="43922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DROP COLUMNS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03" name="Google Shape;403;p12"/>
          <p:cNvGrpSpPr/>
          <p:nvPr/>
        </p:nvGrpSpPr>
        <p:grpSpPr>
          <a:xfrm>
            <a:off x="647073" y="1239154"/>
            <a:ext cx="753221" cy="857006"/>
            <a:chOff x="2707500" y="249400"/>
            <a:chExt cx="423475" cy="481825"/>
          </a:xfrm>
        </p:grpSpPr>
        <p:sp>
          <p:nvSpPr>
            <p:cNvPr id="404" name="Google Shape;404;p12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2"/>
          <p:cNvSpPr/>
          <p:nvPr/>
        </p:nvSpPr>
        <p:spPr>
          <a:xfrm>
            <a:off x="1508169" y="1682048"/>
            <a:ext cx="7946234" cy="436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strike="noStrike">
                <a:solidFill>
                  <a:srgbClr val="2D4263"/>
                </a:solidFill>
                <a:latin typeface="Courier New"/>
                <a:ea typeface="Courier New"/>
                <a:cs typeface="Courier New"/>
                <a:sym typeface="Courier New"/>
              </a:rPr>
              <a:t>‘ID’, ‘Customer_care_calls’, dan ‘Customer_rating’</a:t>
            </a:r>
            <a:endParaRPr sz="2000">
              <a:solidFill>
                <a:srgbClr val="2D42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7" name="Google Shape;407;p12"/>
          <p:cNvCxnSpPr/>
          <p:nvPr/>
        </p:nvCxnSpPr>
        <p:spPr>
          <a:xfrm rot="10800000">
            <a:off x="4499718" y="2702572"/>
            <a:ext cx="6907115" cy="0"/>
          </a:xfrm>
          <a:prstGeom prst="straightConnector1">
            <a:avLst/>
          </a:prstGeom>
          <a:noFill/>
          <a:ln cap="rnd" cmpd="sng" w="50800">
            <a:solidFill>
              <a:srgbClr val="2D4263">
                <a:alpha val="49803"/>
              </a:srgbClr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408" name="Google Shape;408;p12"/>
          <p:cNvGrpSpPr/>
          <p:nvPr/>
        </p:nvGrpSpPr>
        <p:grpSpPr>
          <a:xfrm>
            <a:off x="5594469" y="4109975"/>
            <a:ext cx="1882758" cy="1005943"/>
            <a:chOff x="3358415" y="3361302"/>
            <a:chExt cx="1882758" cy="1024695"/>
          </a:xfrm>
        </p:grpSpPr>
        <p:grpSp>
          <p:nvGrpSpPr>
            <p:cNvPr id="409" name="Google Shape;409;p12"/>
            <p:cNvGrpSpPr/>
            <p:nvPr/>
          </p:nvGrpSpPr>
          <p:grpSpPr>
            <a:xfrm>
              <a:off x="3358415" y="3361302"/>
              <a:ext cx="441300" cy="1024695"/>
              <a:chOff x="3358415" y="3361302"/>
              <a:chExt cx="441300" cy="1024695"/>
            </a:xfrm>
          </p:grpSpPr>
          <p:sp>
            <p:nvSpPr>
              <p:cNvPr id="410" name="Google Shape;410;p12"/>
              <p:cNvSpPr/>
              <p:nvPr/>
            </p:nvSpPr>
            <p:spPr>
              <a:xfrm>
                <a:off x="3358415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2"/>
              <p:cNvSpPr/>
              <p:nvPr/>
            </p:nvSpPr>
            <p:spPr>
              <a:xfrm>
                <a:off x="3358415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2"/>
              <p:cNvSpPr/>
              <p:nvPr/>
            </p:nvSpPr>
            <p:spPr>
              <a:xfrm>
                <a:off x="3358415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2"/>
              <p:cNvSpPr/>
              <p:nvPr/>
            </p:nvSpPr>
            <p:spPr>
              <a:xfrm>
                <a:off x="3358415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2"/>
              <p:cNvSpPr/>
              <p:nvPr/>
            </p:nvSpPr>
            <p:spPr>
              <a:xfrm>
                <a:off x="3358415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2"/>
              <p:cNvSpPr/>
              <p:nvPr/>
            </p:nvSpPr>
            <p:spPr>
              <a:xfrm>
                <a:off x="3358415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12"/>
            <p:cNvGrpSpPr/>
            <p:nvPr/>
          </p:nvGrpSpPr>
          <p:grpSpPr>
            <a:xfrm>
              <a:off x="3838901" y="3361302"/>
              <a:ext cx="441300" cy="1024695"/>
              <a:chOff x="3838901" y="3361302"/>
              <a:chExt cx="441300" cy="1024695"/>
            </a:xfrm>
          </p:grpSpPr>
          <p:sp>
            <p:nvSpPr>
              <p:cNvPr id="417" name="Google Shape;417;p12"/>
              <p:cNvSpPr/>
              <p:nvPr/>
            </p:nvSpPr>
            <p:spPr>
              <a:xfrm>
                <a:off x="3838901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2"/>
              <p:cNvSpPr/>
              <p:nvPr/>
            </p:nvSpPr>
            <p:spPr>
              <a:xfrm>
                <a:off x="3838901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2"/>
              <p:cNvSpPr/>
              <p:nvPr/>
            </p:nvSpPr>
            <p:spPr>
              <a:xfrm>
                <a:off x="3838901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2"/>
              <p:cNvSpPr/>
              <p:nvPr/>
            </p:nvSpPr>
            <p:spPr>
              <a:xfrm>
                <a:off x="3838901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2"/>
              <p:cNvSpPr/>
              <p:nvPr/>
            </p:nvSpPr>
            <p:spPr>
              <a:xfrm>
                <a:off x="3838901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2"/>
              <p:cNvSpPr/>
              <p:nvPr/>
            </p:nvSpPr>
            <p:spPr>
              <a:xfrm>
                <a:off x="3838901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3" name="Google Shape;423;p12"/>
            <p:cNvGrpSpPr/>
            <p:nvPr/>
          </p:nvGrpSpPr>
          <p:grpSpPr>
            <a:xfrm>
              <a:off x="4319387" y="3361302"/>
              <a:ext cx="441300" cy="1024695"/>
              <a:chOff x="4319387" y="3361302"/>
              <a:chExt cx="441300" cy="1024695"/>
            </a:xfrm>
          </p:grpSpPr>
          <p:sp>
            <p:nvSpPr>
              <p:cNvPr id="424" name="Google Shape;424;p12"/>
              <p:cNvSpPr/>
              <p:nvPr/>
            </p:nvSpPr>
            <p:spPr>
              <a:xfrm>
                <a:off x="4319387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2"/>
              <p:cNvSpPr/>
              <p:nvPr/>
            </p:nvSpPr>
            <p:spPr>
              <a:xfrm>
                <a:off x="4319387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2"/>
              <p:cNvSpPr/>
              <p:nvPr/>
            </p:nvSpPr>
            <p:spPr>
              <a:xfrm>
                <a:off x="4319387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2"/>
              <p:cNvSpPr/>
              <p:nvPr/>
            </p:nvSpPr>
            <p:spPr>
              <a:xfrm>
                <a:off x="4319387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2"/>
              <p:cNvSpPr/>
              <p:nvPr/>
            </p:nvSpPr>
            <p:spPr>
              <a:xfrm>
                <a:off x="4319387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2"/>
              <p:cNvSpPr/>
              <p:nvPr/>
            </p:nvSpPr>
            <p:spPr>
              <a:xfrm>
                <a:off x="4319387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12"/>
            <p:cNvGrpSpPr/>
            <p:nvPr/>
          </p:nvGrpSpPr>
          <p:grpSpPr>
            <a:xfrm>
              <a:off x="4799873" y="3361302"/>
              <a:ext cx="441300" cy="1024695"/>
              <a:chOff x="4799873" y="3361302"/>
              <a:chExt cx="441300" cy="1024695"/>
            </a:xfrm>
          </p:grpSpPr>
          <p:sp>
            <p:nvSpPr>
              <p:cNvPr id="431" name="Google Shape;431;p12"/>
              <p:cNvSpPr/>
              <p:nvPr/>
            </p:nvSpPr>
            <p:spPr>
              <a:xfrm>
                <a:off x="4799873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2"/>
              <p:cNvSpPr/>
              <p:nvPr/>
            </p:nvSpPr>
            <p:spPr>
              <a:xfrm>
                <a:off x="4799873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2"/>
              <p:cNvSpPr/>
              <p:nvPr/>
            </p:nvSpPr>
            <p:spPr>
              <a:xfrm>
                <a:off x="4799873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2"/>
              <p:cNvSpPr/>
              <p:nvPr/>
            </p:nvSpPr>
            <p:spPr>
              <a:xfrm>
                <a:off x="4799873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2"/>
              <p:cNvSpPr/>
              <p:nvPr/>
            </p:nvSpPr>
            <p:spPr>
              <a:xfrm>
                <a:off x="4799873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2"/>
              <p:cNvSpPr/>
              <p:nvPr/>
            </p:nvSpPr>
            <p:spPr>
              <a:xfrm>
                <a:off x="4799873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" name="Google Shape;437;p12"/>
          <p:cNvGrpSpPr/>
          <p:nvPr/>
        </p:nvGrpSpPr>
        <p:grpSpPr>
          <a:xfrm>
            <a:off x="9117868" y="4110940"/>
            <a:ext cx="1882758" cy="1005943"/>
            <a:chOff x="3358415" y="3361302"/>
            <a:chExt cx="1882758" cy="1024695"/>
          </a:xfrm>
        </p:grpSpPr>
        <p:grpSp>
          <p:nvGrpSpPr>
            <p:cNvPr id="438" name="Google Shape;438;p12"/>
            <p:cNvGrpSpPr/>
            <p:nvPr/>
          </p:nvGrpSpPr>
          <p:grpSpPr>
            <a:xfrm>
              <a:off x="3358415" y="3361302"/>
              <a:ext cx="441300" cy="1024695"/>
              <a:chOff x="3358415" y="3361302"/>
              <a:chExt cx="441300" cy="1024695"/>
            </a:xfrm>
          </p:grpSpPr>
          <p:sp>
            <p:nvSpPr>
              <p:cNvPr id="439" name="Google Shape;439;p12"/>
              <p:cNvSpPr/>
              <p:nvPr/>
            </p:nvSpPr>
            <p:spPr>
              <a:xfrm>
                <a:off x="3358415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2"/>
              <p:cNvSpPr/>
              <p:nvPr/>
            </p:nvSpPr>
            <p:spPr>
              <a:xfrm>
                <a:off x="3358415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2"/>
              <p:cNvSpPr/>
              <p:nvPr/>
            </p:nvSpPr>
            <p:spPr>
              <a:xfrm>
                <a:off x="3358415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2"/>
              <p:cNvSpPr/>
              <p:nvPr/>
            </p:nvSpPr>
            <p:spPr>
              <a:xfrm>
                <a:off x="3358415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2"/>
              <p:cNvSpPr/>
              <p:nvPr/>
            </p:nvSpPr>
            <p:spPr>
              <a:xfrm>
                <a:off x="3358415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2"/>
              <p:cNvSpPr/>
              <p:nvPr/>
            </p:nvSpPr>
            <p:spPr>
              <a:xfrm>
                <a:off x="3358415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12"/>
            <p:cNvGrpSpPr/>
            <p:nvPr/>
          </p:nvGrpSpPr>
          <p:grpSpPr>
            <a:xfrm>
              <a:off x="3838901" y="3361302"/>
              <a:ext cx="441300" cy="1024695"/>
              <a:chOff x="3838901" y="3361302"/>
              <a:chExt cx="441300" cy="1024695"/>
            </a:xfrm>
          </p:grpSpPr>
          <p:sp>
            <p:nvSpPr>
              <p:cNvPr id="446" name="Google Shape;446;p12"/>
              <p:cNvSpPr/>
              <p:nvPr/>
            </p:nvSpPr>
            <p:spPr>
              <a:xfrm>
                <a:off x="3838901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2"/>
              <p:cNvSpPr/>
              <p:nvPr/>
            </p:nvSpPr>
            <p:spPr>
              <a:xfrm>
                <a:off x="3838901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2"/>
              <p:cNvSpPr/>
              <p:nvPr/>
            </p:nvSpPr>
            <p:spPr>
              <a:xfrm>
                <a:off x="3838901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2"/>
              <p:cNvSpPr/>
              <p:nvPr/>
            </p:nvSpPr>
            <p:spPr>
              <a:xfrm>
                <a:off x="3838901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2"/>
              <p:cNvSpPr/>
              <p:nvPr/>
            </p:nvSpPr>
            <p:spPr>
              <a:xfrm>
                <a:off x="3838901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2"/>
              <p:cNvSpPr/>
              <p:nvPr/>
            </p:nvSpPr>
            <p:spPr>
              <a:xfrm>
                <a:off x="3838901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2"/>
            <p:cNvGrpSpPr/>
            <p:nvPr/>
          </p:nvGrpSpPr>
          <p:grpSpPr>
            <a:xfrm>
              <a:off x="4319387" y="3361302"/>
              <a:ext cx="441300" cy="1024695"/>
              <a:chOff x="4319387" y="3361302"/>
              <a:chExt cx="441300" cy="1024695"/>
            </a:xfrm>
          </p:grpSpPr>
          <p:sp>
            <p:nvSpPr>
              <p:cNvPr id="453" name="Google Shape;453;p12"/>
              <p:cNvSpPr/>
              <p:nvPr/>
            </p:nvSpPr>
            <p:spPr>
              <a:xfrm>
                <a:off x="4319387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2"/>
              <p:cNvSpPr/>
              <p:nvPr/>
            </p:nvSpPr>
            <p:spPr>
              <a:xfrm>
                <a:off x="4319387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2"/>
              <p:cNvSpPr/>
              <p:nvPr/>
            </p:nvSpPr>
            <p:spPr>
              <a:xfrm>
                <a:off x="4319387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2"/>
              <p:cNvSpPr/>
              <p:nvPr/>
            </p:nvSpPr>
            <p:spPr>
              <a:xfrm>
                <a:off x="4319387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2"/>
              <p:cNvSpPr/>
              <p:nvPr/>
            </p:nvSpPr>
            <p:spPr>
              <a:xfrm>
                <a:off x="4319387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2"/>
              <p:cNvSpPr/>
              <p:nvPr/>
            </p:nvSpPr>
            <p:spPr>
              <a:xfrm>
                <a:off x="4319387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9" name="Google Shape;459;p12"/>
            <p:cNvGrpSpPr/>
            <p:nvPr/>
          </p:nvGrpSpPr>
          <p:grpSpPr>
            <a:xfrm>
              <a:off x="4799873" y="3361302"/>
              <a:ext cx="441300" cy="1024695"/>
              <a:chOff x="4799873" y="3361302"/>
              <a:chExt cx="441300" cy="1024695"/>
            </a:xfrm>
          </p:grpSpPr>
          <p:sp>
            <p:nvSpPr>
              <p:cNvPr id="460" name="Google Shape;460;p12"/>
              <p:cNvSpPr/>
              <p:nvPr/>
            </p:nvSpPr>
            <p:spPr>
              <a:xfrm>
                <a:off x="4799873" y="3361302"/>
                <a:ext cx="441300" cy="136500"/>
              </a:xfrm>
              <a:prstGeom prst="flowChartAlternateProcess">
                <a:avLst/>
              </a:prstGeom>
              <a:solidFill>
                <a:srgbClr val="2D42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2"/>
              <p:cNvSpPr/>
              <p:nvPr/>
            </p:nvSpPr>
            <p:spPr>
              <a:xfrm>
                <a:off x="4799873" y="353894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2"/>
              <p:cNvSpPr/>
              <p:nvPr/>
            </p:nvSpPr>
            <p:spPr>
              <a:xfrm>
                <a:off x="4799873" y="3716591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2"/>
              <p:cNvSpPr/>
              <p:nvPr/>
            </p:nvSpPr>
            <p:spPr>
              <a:xfrm>
                <a:off x="4799873" y="389423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2"/>
              <p:cNvSpPr/>
              <p:nvPr/>
            </p:nvSpPr>
            <p:spPr>
              <a:xfrm>
                <a:off x="4799873" y="4071866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2"/>
              <p:cNvSpPr/>
              <p:nvPr/>
            </p:nvSpPr>
            <p:spPr>
              <a:xfrm>
                <a:off x="4799873" y="4249497"/>
                <a:ext cx="441300" cy="136500"/>
              </a:xfrm>
              <a:prstGeom prst="flowChartAlternateProcess">
                <a:avLst/>
              </a:prstGeom>
              <a:solidFill>
                <a:srgbClr val="B0B8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6" name="Google Shape;466;p12"/>
          <p:cNvSpPr txBox="1"/>
          <p:nvPr/>
        </p:nvSpPr>
        <p:spPr>
          <a:xfrm>
            <a:off x="5326671" y="3406574"/>
            <a:ext cx="23791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Before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Preprocessing</a:t>
            </a:r>
            <a:endParaRPr sz="1800">
              <a:solidFill>
                <a:srgbClr val="C84B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8850070" y="3400479"/>
            <a:ext cx="23791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After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Preprocessing</a:t>
            </a:r>
            <a:endParaRPr sz="1800">
              <a:solidFill>
                <a:srgbClr val="C84B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5630693" y="5301308"/>
            <a:ext cx="177112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4B31"/>
              </a:buClr>
              <a:buSzPts val="2000"/>
              <a:buFont typeface="Courier New"/>
              <a:buChar char="o"/>
            </a:pPr>
            <a:r>
              <a:rPr b="1" lang="en-US" sz="2000">
                <a:solidFill>
                  <a:srgbClr val="C84B31"/>
                </a:solidFill>
                <a:latin typeface="Poppins Light"/>
                <a:ea typeface="Poppins Light"/>
                <a:cs typeface="Poppins Light"/>
                <a:sym typeface="Poppins Light"/>
              </a:rPr>
              <a:t>11 Feature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4B31"/>
              </a:buClr>
              <a:buSzPts val="2000"/>
              <a:buFont typeface="Courier New"/>
              <a:buChar char="o"/>
            </a:pPr>
            <a:r>
              <a:rPr b="1" lang="en-US" sz="2000">
                <a:solidFill>
                  <a:srgbClr val="C84B31"/>
                </a:solidFill>
                <a:latin typeface="Poppins Light"/>
                <a:ea typeface="Poppins Light"/>
                <a:cs typeface="Poppins Light"/>
                <a:sym typeface="Poppins Light"/>
              </a:rPr>
              <a:t>1 target</a:t>
            </a:r>
            <a:endParaRPr/>
          </a:p>
        </p:txBody>
      </p:sp>
      <p:sp>
        <p:nvSpPr>
          <p:cNvPr id="469" name="Google Shape;469;p12"/>
          <p:cNvSpPr txBox="1"/>
          <p:nvPr/>
        </p:nvSpPr>
        <p:spPr>
          <a:xfrm>
            <a:off x="9117868" y="5299220"/>
            <a:ext cx="188275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4B31"/>
              </a:buClr>
              <a:buSzPts val="2000"/>
              <a:buFont typeface="Courier New"/>
              <a:buChar char="o"/>
            </a:pPr>
            <a:r>
              <a:rPr b="1" lang="en-US" sz="2000">
                <a:solidFill>
                  <a:srgbClr val="C84B31"/>
                </a:solidFill>
                <a:latin typeface="Poppins Light"/>
                <a:ea typeface="Poppins Light"/>
                <a:cs typeface="Poppins Light"/>
                <a:sym typeface="Poppins Light"/>
              </a:rPr>
              <a:t>12 Feature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4B31"/>
              </a:buClr>
              <a:buSzPts val="2000"/>
              <a:buFont typeface="Courier New"/>
              <a:buChar char="o"/>
            </a:pPr>
            <a:r>
              <a:rPr b="1" lang="en-US" sz="2000">
                <a:solidFill>
                  <a:srgbClr val="C84B31"/>
                </a:solidFill>
                <a:latin typeface="Poppins Light"/>
                <a:ea typeface="Poppins Light"/>
                <a:cs typeface="Poppins Light"/>
                <a:sym typeface="Poppins Light"/>
              </a:rPr>
              <a:t>1 target</a:t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7886067" y="4368860"/>
            <a:ext cx="822960" cy="572678"/>
          </a:xfrm>
          <a:custGeom>
            <a:rect b="b" l="l" r="r" t="t"/>
            <a:pathLst>
              <a:path extrusionOk="0" h="1918" w="2756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C84B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"/>
          <p:cNvSpPr/>
          <p:nvPr/>
        </p:nvSpPr>
        <p:spPr>
          <a:xfrm>
            <a:off x="438175" y="1047100"/>
            <a:ext cx="11385900" cy="5531100"/>
          </a:xfrm>
          <a:prstGeom prst="rect">
            <a:avLst/>
          </a:prstGeom>
          <a:solidFill>
            <a:srgbClr val="FFFFFF">
              <a:alpha val="676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7" name="Google Shape;477;p19"/>
          <p:cNvGrpSpPr/>
          <p:nvPr/>
        </p:nvGrpSpPr>
        <p:grpSpPr>
          <a:xfrm>
            <a:off x="829503" y="1711977"/>
            <a:ext cx="10603237" cy="4409936"/>
            <a:chOff x="304996" y="2331545"/>
            <a:chExt cx="9148608" cy="3264201"/>
          </a:xfrm>
        </p:grpSpPr>
        <p:sp>
          <p:nvSpPr>
            <p:cNvPr id="478" name="Google Shape;478;p19"/>
            <p:cNvSpPr/>
            <p:nvPr/>
          </p:nvSpPr>
          <p:spPr>
            <a:xfrm>
              <a:off x="5594468" y="234741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5594468" y="282737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0.6645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5594468" y="330732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0.7968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5594468" y="3787287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0.5876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5594468" y="426720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0.6764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5594468" y="4747125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0.7315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6916836" y="234741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XG BOOST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6916836" y="282737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0.6515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6916836" y="330732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0.7310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6916836" y="3787287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0.6582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6916836" y="426720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0.6927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6916836" y="4747125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0.7341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8239204" y="234741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GRADIENT BOOSTING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8239204" y="282737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0.6685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8239204" y="330732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0.7760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8239204" y="3787287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0.6247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8239204" y="426720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0.6922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8239204" y="4747125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0.7420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304996" y="233154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Metric</a:t>
              </a:r>
              <a:endParaRPr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304996" y="281150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Accuracy</a:t>
              </a:r>
              <a:endParaRPr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304996" y="329145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Precision</a:t>
              </a:r>
              <a:endParaRPr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304996" y="3771417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Recall </a:t>
              </a:r>
              <a:endParaRPr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304996" y="425133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F1 – Score </a:t>
              </a:r>
              <a:endParaRPr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304996" y="4731255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ROC-AUC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(test)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1627364" y="233154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LOGISTIC REGRESSION</a:t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1627364" y="281150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0.6376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1627364" y="329145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0.6924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1627364" y="3771417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0.7064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1627364" y="425133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0.6993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1627364" y="4731255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0.7208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2949732" y="233154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K-NEAREST NEIGHBOR</a:t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2949732" y="281150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0.6370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2949732" y="329145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0.7194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2949732" y="3771417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0.6420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949732" y="425133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0.6785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2949732" y="4731255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0.7047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4272100" y="2331545"/>
              <a:ext cx="1214400" cy="368700"/>
            </a:xfrm>
            <a:prstGeom prst="flowChartAlternateProcess">
              <a:avLst/>
            </a:prstGeom>
            <a:solidFill>
              <a:srgbClr val="2D42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DECISION TREE</a:t>
              </a:r>
              <a:endParaRPr b="1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4272100" y="2811503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0.6394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4272100" y="3291459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0.7430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4272100" y="3771417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0.6049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4272100" y="4251334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0.6669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4272100" y="4731255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0.7123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5594468" y="5227046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0.8391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6916836" y="5227046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0.9802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8239204" y="5227046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0.7488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304996" y="5211176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ROC-AUC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(train)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1627364" y="5211176"/>
              <a:ext cx="1214400" cy="368700"/>
            </a:xfrm>
            <a:prstGeom prst="flowChartAlternateProcess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0.7209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2949732" y="5211176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0.7919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4272100" y="5211176"/>
              <a:ext cx="1214400" cy="368700"/>
            </a:xfrm>
            <a:prstGeom prst="flowChartAlternateProcess">
              <a:avLst/>
            </a:prstGeom>
            <a:solidFill>
              <a:srgbClr val="B0B8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0.7803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7" name="Google Shape;527;p19"/>
          <p:cNvSpPr/>
          <p:nvPr/>
        </p:nvSpPr>
        <p:spPr>
          <a:xfrm>
            <a:off x="225084" y="171154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79120" y="171154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1287231" y="171154"/>
            <a:ext cx="236700" cy="236700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1641267" y="171278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933166" y="171152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1995282" y="120275"/>
            <a:ext cx="73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Learning Modelling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Modelling Result After Tuning</a:t>
            </a:r>
            <a:endParaRPr/>
          </a:p>
        </p:txBody>
      </p:sp>
      <p:sp>
        <p:nvSpPr>
          <p:cNvPr id="533" name="Google Shape;533;p19"/>
          <p:cNvSpPr txBox="1"/>
          <p:nvPr/>
        </p:nvSpPr>
        <p:spPr>
          <a:xfrm>
            <a:off x="829525" y="663675"/>
            <a:ext cx="10603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latin typeface="Poppins ExtraBold"/>
                <a:ea typeface="Poppins ExtraBold"/>
                <a:cs typeface="Poppins ExtraBold"/>
                <a:sym typeface="Poppins ExtraBold"/>
              </a:rPr>
              <a:t>SPLIT DATA</a:t>
            </a:r>
            <a:endParaRPr sz="1700" u="sng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 ExtraBold"/>
                <a:ea typeface="Poppins ExtraBold"/>
                <a:cs typeface="Poppins ExtraBold"/>
                <a:sym typeface="Poppins ExtraBold"/>
              </a:rPr>
              <a:t>Train Data = 70     |       Test Data = 30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34" name="Google Shape;534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3232dfee22_1_8"/>
          <p:cNvSpPr/>
          <p:nvPr/>
        </p:nvSpPr>
        <p:spPr>
          <a:xfrm>
            <a:off x="423725" y="1165800"/>
            <a:ext cx="11385900" cy="5141400"/>
          </a:xfrm>
          <a:prstGeom prst="rect">
            <a:avLst/>
          </a:prstGeom>
          <a:solidFill>
            <a:srgbClr val="FFFFFF">
              <a:alpha val="676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13232dfee22_1_8"/>
          <p:cNvSpPr/>
          <p:nvPr/>
        </p:nvSpPr>
        <p:spPr>
          <a:xfrm>
            <a:off x="225084" y="171154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13232dfee22_1_8"/>
          <p:cNvSpPr/>
          <p:nvPr/>
        </p:nvSpPr>
        <p:spPr>
          <a:xfrm>
            <a:off x="579120" y="171154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13232dfee22_1_8"/>
          <p:cNvSpPr/>
          <p:nvPr/>
        </p:nvSpPr>
        <p:spPr>
          <a:xfrm>
            <a:off x="1287231" y="171154"/>
            <a:ext cx="236700" cy="236700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13232dfee22_1_8"/>
          <p:cNvSpPr/>
          <p:nvPr/>
        </p:nvSpPr>
        <p:spPr>
          <a:xfrm>
            <a:off x="1641267" y="171278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13232dfee22_1_8"/>
          <p:cNvSpPr/>
          <p:nvPr/>
        </p:nvSpPr>
        <p:spPr>
          <a:xfrm>
            <a:off x="933166" y="171152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13232dfee22_1_8"/>
          <p:cNvSpPr txBox="1"/>
          <p:nvPr/>
        </p:nvSpPr>
        <p:spPr>
          <a:xfrm>
            <a:off x="1995282" y="120275"/>
            <a:ext cx="73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Learning Modelling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 Importance</a:t>
            </a:r>
            <a:endParaRPr/>
          </a:p>
        </p:txBody>
      </p:sp>
      <p:sp>
        <p:nvSpPr>
          <p:cNvPr id="546" name="Google Shape;546;g13232dfee22_1_8"/>
          <p:cNvSpPr txBox="1"/>
          <p:nvPr/>
        </p:nvSpPr>
        <p:spPr>
          <a:xfrm>
            <a:off x="225075" y="4918525"/>
            <a:ext cx="11385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D4263"/>
                </a:solidFill>
                <a:latin typeface="Poppins"/>
                <a:ea typeface="Poppins"/>
                <a:cs typeface="Poppins"/>
                <a:sym typeface="Poppins"/>
              </a:rPr>
              <a:t>Assumed Impact of Feature Importance on Prediction Results</a:t>
            </a:r>
            <a:endParaRPr b="1" sz="1800">
              <a:solidFill>
                <a:srgbClr val="2D42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company runs a large-scale short-term sales promotion. The program can be joined by customers with the following conditions:</a:t>
            </a:r>
            <a:endParaRPr sz="18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D4263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customer receives a special discount;</a:t>
            </a:r>
            <a:endParaRPr sz="18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D4263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program is exclusively for items weighing &lt; 5000 grams;</a:t>
            </a:r>
            <a:endParaRPr sz="18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D4263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 applicable for existing customers</a:t>
            </a:r>
            <a:endParaRPr sz="1800">
              <a:solidFill>
                <a:srgbClr val="2D426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47" name="Google Shape;547;g13232dfee22_1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48" name="Google Shape;548;g13232dfee22_1_8"/>
          <p:cNvGrpSpPr/>
          <p:nvPr/>
        </p:nvGrpSpPr>
        <p:grpSpPr>
          <a:xfrm>
            <a:off x="225075" y="757800"/>
            <a:ext cx="11599000" cy="4051500"/>
            <a:chOff x="225075" y="757800"/>
            <a:chExt cx="11599000" cy="4051500"/>
          </a:xfrm>
        </p:grpSpPr>
        <p:pic>
          <p:nvPicPr>
            <p:cNvPr id="549" name="Google Shape;549;g13232dfee22_1_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5075" y="757800"/>
              <a:ext cx="11599000" cy="3805541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50" name="Google Shape;550;g13232dfee22_1_8"/>
            <p:cNvSpPr txBox="1"/>
            <p:nvPr/>
          </p:nvSpPr>
          <p:spPr>
            <a:xfrm>
              <a:off x="5454125" y="4409100"/>
              <a:ext cx="254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34343"/>
                  </a:solidFill>
                </a:rPr>
                <a:t>Koefisien Logistic Regression</a:t>
              </a:r>
              <a:endParaRPr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4"/>
          <p:cNvSpPr txBox="1"/>
          <p:nvPr/>
        </p:nvSpPr>
        <p:spPr>
          <a:xfrm>
            <a:off x="1995280" y="120275"/>
            <a:ext cx="57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 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Recommendation</a:t>
            </a:r>
            <a:endParaRPr/>
          </a:p>
        </p:txBody>
      </p:sp>
      <p:sp>
        <p:nvSpPr>
          <p:cNvPr id="556" name="Google Shape;556;p14"/>
          <p:cNvSpPr txBox="1"/>
          <p:nvPr/>
        </p:nvSpPr>
        <p:spPr>
          <a:xfrm>
            <a:off x="5122950" y="1251150"/>
            <a:ext cx="69738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Recommendations: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AutoNum type="arabicPeriod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Well-planned discount program design.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5080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Char char="-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limit on number of customers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5080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Char char="-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limit on item weight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5080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Char char="-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personalized discounts by membership tier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AutoNum type="arabicPeriod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Partner with third parties (delivery services) to increase shipping capacity during peak season / while the program is active.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AutoNum type="arabicPeriod"/>
            </a:pPr>
            <a:r>
              <a:rPr lang="en-US" sz="1900">
                <a:latin typeface="Poppins Light"/>
                <a:ea typeface="Poppins Light"/>
                <a:cs typeface="Poppins Light"/>
                <a:sym typeface="Poppins Light"/>
              </a:rPr>
              <a:t>Optimize delivery fleet utilization.</a:t>
            </a:r>
            <a:endParaRPr sz="19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1653172" y="171279"/>
            <a:ext cx="236700" cy="236700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248945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602981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957017" y="171278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1311053" y="171277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32bf53f117_2_39"/>
          <p:cNvSpPr/>
          <p:nvPr/>
        </p:nvSpPr>
        <p:spPr>
          <a:xfrm>
            <a:off x="18875" y="566000"/>
            <a:ext cx="12192000" cy="6291900"/>
          </a:xfrm>
          <a:prstGeom prst="rect">
            <a:avLst/>
          </a:prstGeom>
          <a:solidFill>
            <a:srgbClr val="FFFFFF">
              <a:alpha val="938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132bf53f117_2_39"/>
          <p:cNvSpPr txBox="1"/>
          <p:nvPr/>
        </p:nvSpPr>
        <p:spPr>
          <a:xfrm>
            <a:off x="1995283" y="120275"/>
            <a:ext cx="693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r>
              <a:rPr b="1" lang="en-US" sz="1600">
                <a:solidFill>
                  <a:srgbClr val="2D4263"/>
                </a:solidFill>
                <a:latin typeface="Exo"/>
                <a:ea typeface="Exo"/>
                <a:cs typeface="Exo"/>
                <a:sym typeface="Exo"/>
              </a:rPr>
              <a:t xml:space="preserve"> 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Flow Chart</a:t>
            </a:r>
            <a:endParaRPr/>
          </a:p>
        </p:txBody>
      </p:sp>
      <p:sp>
        <p:nvSpPr>
          <p:cNvPr id="569" name="Google Shape;569;g132bf53f117_2_39"/>
          <p:cNvSpPr/>
          <p:nvPr/>
        </p:nvSpPr>
        <p:spPr>
          <a:xfrm>
            <a:off x="1653172" y="171279"/>
            <a:ext cx="236700" cy="236700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132bf53f117_2_39"/>
          <p:cNvSpPr/>
          <p:nvPr/>
        </p:nvSpPr>
        <p:spPr>
          <a:xfrm>
            <a:off x="248945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132bf53f117_2_39"/>
          <p:cNvSpPr/>
          <p:nvPr/>
        </p:nvSpPr>
        <p:spPr>
          <a:xfrm>
            <a:off x="602981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132bf53f117_2_39"/>
          <p:cNvSpPr/>
          <p:nvPr/>
        </p:nvSpPr>
        <p:spPr>
          <a:xfrm>
            <a:off x="957017" y="171278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132bf53f117_2_39"/>
          <p:cNvSpPr/>
          <p:nvPr/>
        </p:nvSpPr>
        <p:spPr>
          <a:xfrm>
            <a:off x="1311053" y="171277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132bf53f117_2_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5" name="Google Shape;575;g132bf53f117_2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00" y="3054001"/>
            <a:ext cx="11994399" cy="33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132bf53f117_2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4099" y="1313275"/>
            <a:ext cx="7130552" cy="6963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7" name="Google Shape;577;g132bf53f117_2_39"/>
          <p:cNvSpPr txBox="1"/>
          <p:nvPr/>
        </p:nvSpPr>
        <p:spPr>
          <a:xfrm>
            <a:off x="98800" y="756825"/>
            <a:ext cx="56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Before the Company Implements Machine Learning</a:t>
            </a:r>
            <a:endParaRPr sz="1600">
              <a:solidFill>
                <a:srgbClr val="C84B3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8" name="Google Shape;578;g132bf53f117_2_39"/>
          <p:cNvSpPr txBox="1"/>
          <p:nvPr/>
        </p:nvSpPr>
        <p:spPr>
          <a:xfrm>
            <a:off x="95075" y="2485738"/>
            <a:ext cx="551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After the Company Implements Machine Learning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"/>
          <p:cNvSpPr/>
          <p:nvPr/>
        </p:nvSpPr>
        <p:spPr>
          <a:xfrm>
            <a:off x="18875" y="566000"/>
            <a:ext cx="12192000" cy="6291900"/>
          </a:xfrm>
          <a:prstGeom prst="rect">
            <a:avLst/>
          </a:prstGeom>
          <a:solidFill>
            <a:srgbClr val="FFFFFF">
              <a:alpha val="8771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1653172" y="171279"/>
            <a:ext cx="236700" cy="236700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248945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602981" y="171279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957017" y="171278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1311053" y="171277"/>
            <a:ext cx="236700" cy="236700"/>
          </a:xfrm>
          <a:prstGeom prst="ellipse">
            <a:avLst/>
          </a:prstGeom>
          <a:solidFill>
            <a:srgbClr val="C84B31">
              <a:alpha val="24710"/>
            </a:srgbClr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50" y="986250"/>
            <a:ext cx="8664350" cy="55086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0" name="Google Shape;590;p20"/>
          <p:cNvSpPr txBox="1"/>
          <p:nvPr/>
        </p:nvSpPr>
        <p:spPr>
          <a:xfrm>
            <a:off x="9308325" y="1659025"/>
            <a:ext cx="27432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 xml:space="preserve">There is an increase of </a:t>
            </a:r>
            <a:r>
              <a:rPr lang="en-US" sz="6000">
                <a:highlight>
                  <a:srgbClr val="FFC000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23,27%</a:t>
            </a:r>
            <a:r>
              <a:rPr lang="en-US" sz="7500">
                <a:latin typeface="Poppins Medium"/>
                <a:ea typeface="Poppins Medium"/>
                <a:cs typeface="Poppins Medium"/>
                <a:sym typeface="Poppins Medium"/>
              </a:rPr>
              <a:t xml:space="preserve"> </a:t>
            </a: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in on-time deliveries after implementing the model</a:t>
            </a:r>
            <a:endParaRPr sz="16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91" name="Google Shape;591;p20"/>
          <p:cNvSpPr txBox="1"/>
          <p:nvPr/>
        </p:nvSpPr>
        <p:spPr>
          <a:xfrm>
            <a:off x="1995279" y="120275"/>
            <a:ext cx="551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r>
              <a:rPr b="1" lang="en-US" sz="1600">
                <a:solidFill>
                  <a:srgbClr val="2D4263"/>
                </a:solidFill>
                <a:latin typeface="Exo"/>
                <a:ea typeface="Exo"/>
                <a:cs typeface="Exo"/>
                <a:sym typeface="Exo"/>
              </a:rPr>
              <a:t xml:space="preserve"> 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 After Modelling</a:t>
            </a:r>
            <a:endParaRPr/>
          </a:p>
        </p:txBody>
      </p:sp>
      <p:sp>
        <p:nvSpPr>
          <p:cNvPr id="592" name="Google Shape;592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3"/>
          <p:cNvSpPr/>
          <p:nvPr/>
        </p:nvSpPr>
        <p:spPr>
          <a:xfrm>
            <a:off x="225084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579120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933156" y="171154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1287192" y="171153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1641228" y="171152"/>
            <a:ext cx="236807" cy="236807"/>
          </a:xfrm>
          <a:prstGeom prst="ellipse">
            <a:avLst/>
          </a:prstGeom>
          <a:solidFill>
            <a:srgbClr val="C84B31"/>
          </a:solidFill>
          <a:ln cap="flat" cmpd="sng" w="12700">
            <a:solidFill>
              <a:srgbClr val="2D42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 txBox="1"/>
          <p:nvPr/>
        </p:nvSpPr>
        <p:spPr>
          <a:xfrm>
            <a:off x="1995264" y="120278"/>
            <a:ext cx="53960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Ending</a:t>
            </a:r>
            <a:r>
              <a:rPr lang="en-US" sz="16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 | </a:t>
            </a:r>
            <a:r>
              <a:rPr lang="en-US" sz="16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Questions?</a:t>
            </a:r>
            <a:endParaRPr/>
          </a:p>
        </p:txBody>
      </p:sp>
      <p:sp>
        <p:nvSpPr>
          <p:cNvPr id="603" name="Google Shape;603;p13"/>
          <p:cNvSpPr txBox="1"/>
          <p:nvPr/>
        </p:nvSpPr>
        <p:spPr>
          <a:xfrm>
            <a:off x="339500" y="1303700"/>
            <a:ext cx="662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</a:t>
            </a:r>
            <a:r>
              <a:rPr lang="en-US" sz="18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erima kasih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799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3"/>
          <p:cNvSpPr txBox="1"/>
          <p:nvPr/>
        </p:nvSpPr>
        <p:spPr>
          <a:xfrm>
            <a:off x="815925" y="2109000"/>
            <a:ext cx="5544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 b="1" sz="5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6" name="Google Shape;606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2022-06-03T05:44:17Z</dcterms:created>
  <dc:creator>Master Teacher Curriculum2</dc:creator>
</cp:coreProperties>
</file>